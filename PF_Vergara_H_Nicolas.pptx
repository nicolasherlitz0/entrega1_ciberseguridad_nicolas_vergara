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5" r:id="rId7"/>
    <p:sldId id="260" r:id="rId8"/>
    <p:sldId id="266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B3F17C-EA81-416C-9F61-D4B0F4D3D0AF}" type="doc">
      <dgm:prSet loTypeId="urn:microsoft.com/office/officeart/2005/8/layout/list1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54B5933-9E19-4E11-8824-25FF150E961D}">
      <dgm:prSet/>
      <dgm:spPr/>
      <dgm:t>
        <a:bodyPr/>
        <a:lstStyle/>
        <a:p>
          <a:r>
            <a:rPr lang="en-US" b="0"/>
            <a:t>Identificación de la Muestra:</a:t>
          </a:r>
          <a:endParaRPr lang="en-US"/>
        </a:p>
      </dgm:t>
    </dgm:pt>
    <dgm:pt modelId="{02C7FC84-EF31-4D5E-A247-E68299A54E3B}" type="parTrans" cxnId="{AADE86A9-B664-48D2-9BD8-D37DC2D38357}">
      <dgm:prSet/>
      <dgm:spPr/>
      <dgm:t>
        <a:bodyPr/>
        <a:lstStyle/>
        <a:p>
          <a:endParaRPr lang="en-US"/>
        </a:p>
      </dgm:t>
    </dgm:pt>
    <dgm:pt modelId="{09D7E915-DE8E-4DD4-AEB6-97A1E5093EAB}" type="sibTrans" cxnId="{AADE86A9-B664-48D2-9BD8-D37DC2D38357}">
      <dgm:prSet/>
      <dgm:spPr/>
      <dgm:t>
        <a:bodyPr/>
        <a:lstStyle/>
        <a:p>
          <a:endParaRPr lang="en-US"/>
        </a:p>
      </dgm:t>
    </dgm:pt>
    <dgm:pt modelId="{C75A405C-6458-4077-A72F-4A67142FA113}">
      <dgm:prSet/>
      <dgm:spPr/>
      <dgm:t>
        <a:bodyPr/>
        <a:lstStyle/>
        <a:p>
          <a:r>
            <a:rPr lang="en-US" b="0"/>
            <a:t>Nombre: Ransomware.wannacry.exe</a:t>
          </a:r>
          <a:endParaRPr lang="en-US"/>
        </a:p>
      </dgm:t>
    </dgm:pt>
    <dgm:pt modelId="{CBF234E6-798C-4228-91C4-3D96EFDD451A}" type="parTrans" cxnId="{919C2D04-8E8D-4E36-B0BB-DF580E5A92FB}">
      <dgm:prSet/>
      <dgm:spPr/>
      <dgm:t>
        <a:bodyPr/>
        <a:lstStyle/>
        <a:p>
          <a:endParaRPr lang="en-US"/>
        </a:p>
      </dgm:t>
    </dgm:pt>
    <dgm:pt modelId="{883442CB-0980-442C-AF45-5A715025561E}" type="sibTrans" cxnId="{919C2D04-8E8D-4E36-B0BB-DF580E5A92FB}">
      <dgm:prSet/>
      <dgm:spPr/>
      <dgm:t>
        <a:bodyPr/>
        <a:lstStyle/>
        <a:p>
          <a:endParaRPr lang="en-US"/>
        </a:p>
      </dgm:t>
    </dgm:pt>
    <dgm:pt modelId="{A63645C6-1B30-4D40-88C5-775105FCAF1E}">
      <dgm:prSet/>
      <dgm:spPr/>
      <dgm:t>
        <a:bodyPr/>
        <a:lstStyle/>
        <a:p>
          <a:r>
            <a:rPr lang="en-US" b="0"/>
            <a:t>Familia: WannaCry / WanaCrypt0r</a:t>
          </a:r>
          <a:endParaRPr lang="en-US"/>
        </a:p>
      </dgm:t>
    </dgm:pt>
    <dgm:pt modelId="{E3AC4D42-2C41-45CF-80C0-99CD89A61281}" type="parTrans" cxnId="{272199FC-9AAF-466E-BBBB-2C371E382D11}">
      <dgm:prSet/>
      <dgm:spPr/>
      <dgm:t>
        <a:bodyPr/>
        <a:lstStyle/>
        <a:p>
          <a:endParaRPr lang="en-US"/>
        </a:p>
      </dgm:t>
    </dgm:pt>
    <dgm:pt modelId="{9DDE0C27-B68F-446B-9C48-A31C7017417D}" type="sibTrans" cxnId="{272199FC-9AAF-466E-BBBB-2C371E382D11}">
      <dgm:prSet/>
      <dgm:spPr/>
      <dgm:t>
        <a:bodyPr/>
        <a:lstStyle/>
        <a:p>
          <a:endParaRPr lang="en-US"/>
        </a:p>
      </dgm:t>
    </dgm:pt>
    <dgm:pt modelId="{887A1FE3-35EB-4DC1-BACF-972D24E94475}">
      <dgm:prSet/>
      <dgm:spPr/>
      <dgm:t>
        <a:bodyPr/>
        <a:lstStyle/>
        <a:p>
          <a:r>
            <a:rPr lang="en-US" b="0"/>
            <a:t>Entorno de Análisis: Windows 10 Professional (Build 19044)</a:t>
          </a:r>
          <a:endParaRPr lang="en-US"/>
        </a:p>
      </dgm:t>
    </dgm:pt>
    <dgm:pt modelId="{07B4395B-4062-462A-9B6B-437BFCC70ACB}" type="parTrans" cxnId="{0E813C6D-9669-4D87-8498-2F142DC09B31}">
      <dgm:prSet/>
      <dgm:spPr/>
      <dgm:t>
        <a:bodyPr/>
        <a:lstStyle/>
        <a:p>
          <a:endParaRPr lang="en-US"/>
        </a:p>
      </dgm:t>
    </dgm:pt>
    <dgm:pt modelId="{5175CC6D-500B-4C89-81AF-74C9CB1C878E}" type="sibTrans" cxnId="{0E813C6D-9669-4D87-8498-2F142DC09B31}">
      <dgm:prSet/>
      <dgm:spPr/>
      <dgm:t>
        <a:bodyPr/>
        <a:lstStyle/>
        <a:p>
          <a:endParaRPr lang="en-US"/>
        </a:p>
      </dgm:t>
    </dgm:pt>
    <dgm:pt modelId="{695E11B7-7931-44AA-A54B-FF556E056C15}">
      <dgm:prSet/>
      <dgm:spPr/>
      <dgm:t>
        <a:bodyPr/>
        <a:lstStyle/>
        <a:p>
          <a:r>
            <a:rPr lang="en-US" b="0"/>
            <a:t>Comportamiento Detectado (Sandbox):</a:t>
          </a:r>
          <a:endParaRPr lang="en-US"/>
        </a:p>
      </dgm:t>
    </dgm:pt>
    <dgm:pt modelId="{E1CDF01D-756E-4D19-9A5D-BB4DA835C2D5}" type="parTrans" cxnId="{A22B35A9-DA2B-4C94-B529-3BA74D9087B7}">
      <dgm:prSet/>
      <dgm:spPr/>
      <dgm:t>
        <a:bodyPr/>
        <a:lstStyle/>
        <a:p>
          <a:endParaRPr lang="en-US"/>
        </a:p>
      </dgm:t>
    </dgm:pt>
    <dgm:pt modelId="{3EF878D5-700B-402C-A7A9-429FACAE1605}" type="sibTrans" cxnId="{A22B35A9-DA2B-4C94-B529-3BA74D9087B7}">
      <dgm:prSet/>
      <dgm:spPr/>
      <dgm:t>
        <a:bodyPr/>
        <a:lstStyle/>
        <a:p>
          <a:endParaRPr lang="en-US"/>
        </a:p>
      </dgm:t>
    </dgm:pt>
    <dgm:pt modelId="{62EDFFEC-4717-48AF-ABFC-CE40BDBC7122}">
      <dgm:prSet/>
      <dgm:spPr/>
      <dgm:t>
        <a:bodyPr/>
        <a:lstStyle/>
        <a:p>
          <a:r>
            <a:rPr lang="en-US" b="0" dirty="0" err="1"/>
            <a:t>Persistencia</a:t>
          </a:r>
          <a:r>
            <a:rPr lang="en-US" b="0" dirty="0"/>
            <a:t>: El malware se replica y </a:t>
          </a:r>
          <a:r>
            <a:rPr lang="en-US" b="0" dirty="0" err="1"/>
            <a:t>crea</a:t>
          </a:r>
          <a:r>
            <a:rPr lang="en-US" b="0" dirty="0"/>
            <a:t> </a:t>
          </a:r>
          <a:r>
            <a:rPr lang="en-US" b="0" dirty="0" err="1"/>
            <a:t>servicios</a:t>
          </a:r>
          <a:r>
            <a:rPr lang="en-US" b="0" dirty="0"/>
            <a:t> para </a:t>
          </a:r>
          <a:r>
            <a:rPr lang="en-US" b="0" dirty="0" err="1"/>
            <a:t>ejecutarse</a:t>
          </a:r>
          <a:r>
            <a:rPr lang="en-US" b="0" dirty="0"/>
            <a:t> al </a:t>
          </a:r>
          <a:r>
            <a:rPr lang="en-US" b="0" dirty="0" err="1"/>
            <a:t>inicio</a:t>
          </a:r>
          <a:r>
            <a:rPr lang="en-US" b="0" dirty="0"/>
            <a:t>.</a:t>
          </a:r>
          <a:endParaRPr lang="en-US" dirty="0"/>
        </a:p>
      </dgm:t>
    </dgm:pt>
    <dgm:pt modelId="{B27A1523-AC6F-46E8-91A8-DAA2410CC186}" type="parTrans" cxnId="{7B98C5B1-1277-4FF7-9DDC-67263A491167}">
      <dgm:prSet/>
      <dgm:spPr/>
      <dgm:t>
        <a:bodyPr/>
        <a:lstStyle/>
        <a:p>
          <a:endParaRPr lang="en-US"/>
        </a:p>
      </dgm:t>
    </dgm:pt>
    <dgm:pt modelId="{CCDF6D41-8239-4050-97E5-C27D237AA245}" type="sibTrans" cxnId="{7B98C5B1-1277-4FF7-9DDC-67263A491167}">
      <dgm:prSet/>
      <dgm:spPr/>
      <dgm:t>
        <a:bodyPr/>
        <a:lstStyle/>
        <a:p>
          <a:endParaRPr lang="en-US"/>
        </a:p>
      </dgm:t>
    </dgm:pt>
    <dgm:pt modelId="{103004DD-12B6-40C2-A6F5-0B53EA1461AA}">
      <dgm:prSet/>
      <dgm:spPr/>
      <dgm:t>
        <a:bodyPr/>
        <a:lstStyle/>
        <a:p>
          <a:r>
            <a:rPr lang="en-US" b="0" dirty="0" err="1"/>
            <a:t>Evasión</a:t>
          </a:r>
          <a:r>
            <a:rPr lang="en-US" b="0" dirty="0"/>
            <a:t>: </a:t>
          </a:r>
          <a:r>
            <a:rPr lang="en-US" b="0" dirty="0" err="1"/>
            <a:t>Inyección</a:t>
          </a:r>
          <a:r>
            <a:rPr lang="en-US" b="0" dirty="0"/>
            <a:t> de </a:t>
          </a:r>
          <a:r>
            <a:rPr lang="en-US" b="0" dirty="0" err="1"/>
            <a:t>código</a:t>
          </a:r>
          <a:r>
            <a:rPr lang="en-US" b="0" dirty="0"/>
            <a:t> </a:t>
          </a:r>
          <a:r>
            <a:rPr lang="en-US" b="0" dirty="0" err="1"/>
            <a:t>en</a:t>
          </a:r>
          <a:r>
            <a:rPr lang="en-US" b="0" dirty="0"/>
            <a:t> </a:t>
          </a:r>
          <a:r>
            <a:rPr lang="en-US" b="0" dirty="0" err="1"/>
            <a:t>procesos</a:t>
          </a:r>
          <a:r>
            <a:rPr lang="en-US" b="0" dirty="0"/>
            <a:t> </a:t>
          </a:r>
          <a:r>
            <a:rPr lang="en-US" b="0" dirty="0" err="1"/>
            <a:t>legítimos</a:t>
          </a:r>
          <a:r>
            <a:rPr lang="en-US" b="0" dirty="0"/>
            <a:t> (svchost.exe, slui.exe) para </a:t>
          </a:r>
          <a:r>
            <a:rPr lang="en-US" b="0" dirty="0" err="1"/>
            <a:t>ocultarse</a:t>
          </a:r>
          <a:r>
            <a:rPr lang="en-US" b="0" dirty="0"/>
            <a:t>.</a:t>
          </a:r>
          <a:endParaRPr lang="en-US" dirty="0"/>
        </a:p>
      </dgm:t>
    </dgm:pt>
    <dgm:pt modelId="{0BF9D615-EC08-4F0A-BF38-1AF30F8F4C4E}" type="parTrans" cxnId="{91B42411-58C2-41D2-B0A3-BC0EBA33D412}">
      <dgm:prSet/>
      <dgm:spPr/>
      <dgm:t>
        <a:bodyPr/>
        <a:lstStyle/>
        <a:p>
          <a:endParaRPr lang="en-US"/>
        </a:p>
      </dgm:t>
    </dgm:pt>
    <dgm:pt modelId="{5B8E6F81-C895-4E00-BFA2-095EC520D629}" type="sibTrans" cxnId="{91B42411-58C2-41D2-B0A3-BC0EBA33D412}">
      <dgm:prSet/>
      <dgm:spPr/>
      <dgm:t>
        <a:bodyPr/>
        <a:lstStyle/>
        <a:p>
          <a:endParaRPr lang="en-US"/>
        </a:p>
      </dgm:t>
    </dgm:pt>
    <dgm:pt modelId="{D14978DD-550F-4E26-AB52-1B5F7365912D}">
      <dgm:prSet/>
      <dgm:spPr/>
      <dgm:t>
        <a:bodyPr/>
        <a:lstStyle/>
        <a:p>
          <a:r>
            <a:rPr lang="en-US" b="0"/>
            <a:t>Red: Conexión a dominios 'Killswitch' y escaneo agresivo del puerto 445 (SMB) en la red interna.</a:t>
          </a:r>
          <a:endParaRPr lang="en-US"/>
        </a:p>
      </dgm:t>
    </dgm:pt>
    <dgm:pt modelId="{22D7C804-982C-4F55-AAFB-42EC49D8A729}" type="parTrans" cxnId="{3BA202DF-D613-4CA8-8CE9-46BF44121BF1}">
      <dgm:prSet/>
      <dgm:spPr/>
      <dgm:t>
        <a:bodyPr/>
        <a:lstStyle/>
        <a:p>
          <a:endParaRPr lang="en-US"/>
        </a:p>
      </dgm:t>
    </dgm:pt>
    <dgm:pt modelId="{1445E9E3-16ED-4424-A510-FCB57935A7B2}" type="sibTrans" cxnId="{3BA202DF-D613-4CA8-8CE9-46BF44121BF1}">
      <dgm:prSet/>
      <dgm:spPr/>
      <dgm:t>
        <a:bodyPr/>
        <a:lstStyle/>
        <a:p>
          <a:endParaRPr lang="en-US"/>
        </a:p>
      </dgm:t>
    </dgm:pt>
    <dgm:pt modelId="{C7E6E3A1-BB94-46DA-8F65-516833C98008}" type="pres">
      <dgm:prSet presAssocID="{C7B3F17C-EA81-416C-9F61-D4B0F4D3D0AF}" presName="linear" presStyleCnt="0">
        <dgm:presLayoutVars>
          <dgm:dir/>
          <dgm:animLvl val="lvl"/>
          <dgm:resizeHandles val="exact"/>
        </dgm:presLayoutVars>
      </dgm:prSet>
      <dgm:spPr/>
    </dgm:pt>
    <dgm:pt modelId="{9E75D9E8-28CD-481E-ADF5-7D9D6EEA7FD9}" type="pres">
      <dgm:prSet presAssocID="{B54B5933-9E19-4E11-8824-25FF150E961D}" presName="parentLin" presStyleCnt="0"/>
      <dgm:spPr/>
    </dgm:pt>
    <dgm:pt modelId="{FAF4A78C-70DC-4A74-8D31-85D4C75537AD}" type="pres">
      <dgm:prSet presAssocID="{B54B5933-9E19-4E11-8824-25FF150E961D}" presName="parentLeftMargin" presStyleLbl="node1" presStyleIdx="0" presStyleCnt="2"/>
      <dgm:spPr/>
    </dgm:pt>
    <dgm:pt modelId="{A501F7EC-3C6F-484E-855F-A958E2310880}" type="pres">
      <dgm:prSet presAssocID="{B54B5933-9E19-4E11-8824-25FF150E961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5FE26A9-0C69-4FC0-BDBE-27C189104864}" type="pres">
      <dgm:prSet presAssocID="{B54B5933-9E19-4E11-8824-25FF150E961D}" presName="negativeSpace" presStyleCnt="0"/>
      <dgm:spPr/>
    </dgm:pt>
    <dgm:pt modelId="{7533AA53-DFD1-45C0-B43C-C9D57056E3B2}" type="pres">
      <dgm:prSet presAssocID="{B54B5933-9E19-4E11-8824-25FF150E961D}" presName="childText" presStyleLbl="conFgAcc1" presStyleIdx="0" presStyleCnt="2">
        <dgm:presLayoutVars>
          <dgm:bulletEnabled val="1"/>
        </dgm:presLayoutVars>
      </dgm:prSet>
      <dgm:spPr/>
    </dgm:pt>
    <dgm:pt modelId="{FC6A2C2B-F88A-4987-8ED4-2610D7EC6638}" type="pres">
      <dgm:prSet presAssocID="{09D7E915-DE8E-4DD4-AEB6-97A1E5093EAB}" presName="spaceBetweenRectangles" presStyleCnt="0"/>
      <dgm:spPr/>
    </dgm:pt>
    <dgm:pt modelId="{CB9D311E-63AB-4A9D-A8BB-3D3378A3A2D5}" type="pres">
      <dgm:prSet presAssocID="{695E11B7-7931-44AA-A54B-FF556E056C15}" presName="parentLin" presStyleCnt="0"/>
      <dgm:spPr/>
    </dgm:pt>
    <dgm:pt modelId="{814700F2-2773-4A1E-84EB-ACFA0556E182}" type="pres">
      <dgm:prSet presAssocID="{695E11B7-7931-44AA-A54B-FF556E056C15}" presName="parentLeftMargin" presStyleLbl="node1" presStyleIdx="0" presStyleCnt="2"/>
      <dgm:spPr/>
    </dgm:pt>
    <dgm:pt modelId="{31EE86E0-1F3B-478D-A75F-1D219DE2E1FE}" type="pres">
      <dgm:prSet presAssocID="{695E11B7-7931-44AA-A54B-FF556E056C1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37BD6E-0BAB-45F6-B698-B4EE979C98A6}" type="pres">
      <dgm:prSet presAssocID="{695E11B7-7931-44AA-A54B-FF556E056C15}" presName="negativeSpace" presStyleCnt="0"/>
      <dgm:spPr/>
    </dgm:pt>
    <dgm:pt modelId="{6EB82FE0-DB33-4B78-9077-5EE55EB45D1A}" type="pres">
      <dgm:prSet presAssocID="{695E11B7-7931-44AA-A54B-FF556E056C1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19C2D04-8E8D-4E36-B0BB-DF580E5A92FB}" srcId="{B54B5933-9E19-4E11-8824-25FF150E961D}" destId="{C75A405C-6458-4077-A72F-4A67142FA113}" srcOrd="0" destOrd="0" parTransId="{CBF234E6-798C-4228-91C4-3D96EFDD451A}" sibTransId="{883442CB-0980-442C-AF45-5A715025561E}"/>
    <dgm:cxn modelId="{CBCF6E07-87AB-40ED-8305-8A4A3A3A7CE2}" type="presOf" srcId="{62EDFFEC-4717-48AF-ABFC-CE40BDBC7122}" destId="{6EB82FE0-DB33-4B78-9077-5EE55EB45D1A}" srcOrd="0" destOrd="0" presId="urn:microsoft.com/office/officeart/2005/8/layout/list1"/>
    <dgm:cxn modelId="{51BA3A0D-AA99-48F2-94DB-F598C1D0A7CA}" type="presOf" srcId="{103004DD-12B6-40C2-A6F5-0B53EA1461AA}" destId="{6EB82FE0-DB33-4B78-9077-5EE55EB45D1A}" srcOrd="0" destOrd="1" presId="urn:microsoft.com/office/officeart/2005/8/layout/list1"/>
    <dgm:cxn modelId="{A09FB90F-136A-4EAA-BEF3-A3603DA5BE72}" type="presOf" srcId="{695E11B7-7931-44AA-A54B-FF556E056C15}" destId="{814700F2-2773-4A1E-84EB-ACFA0556E182}" srcOrd="0" destOrd="0" presId="urn:microsoft.com/office/officeart/2005/8/layout/list1"/>
    <dgm:cxn modelId="{91B42411-58C2-41D2-B0A3-BC0EBA33D412}" srcId="{695E11B7-7931-44AA-A54B-FF556E056C15}" destId="{103004DD-12B6-40C2-A6F5-0B53EA1461AA}" srcOrd="1" destOrd="0" parTransId="{0BF9D615-EC08-4F0A-BF38-1AF30F8F4C4E}" sibTransId="{5B8E6F81-C895-4E00-BFA2-095EC520D629}"/>
    <dgm:cxn modelId="{6557001F-AACF-482A-BA57-0C07EB138484}" type="presOf" srcId="{B54B5933-9E19-4E11-8824-25FF150E961D}" destId="{A501F7EC-3C6F-484E-855F-A958E2310880}" srcOrd="1" destOrd="0" presId="urn:microsoft.com/office/officeart/2005/8/layout/list1"/>
    <dgm:cxn modelId="{DC4FC335-393B-4583-B7BA-E9C933CCF686}" type="presOf" srcId="{C7B3F17C-EA81-416C-9F61-D4B0F4D3D0AF}" destId="{C7E6E3A1-BB94-46DA-8F65-516833C98008}" srcOrd="0" destOrd="0" presId="urn:microsoft.com/office/officeart/2005/8/layout/list1"/>
    <dgm:cxn modelId="{EBB9365D-AE4E-4D13-A2B9-AE636062F9C7}" type="presOf" srcId="{C75A405C-6458-4077-A72F-4A67142FA113}" destId="{7533AA53-DFD1-45C0-B43C-C9D57056E3B2}" srcOrd="0" destOrd="0" presId="urn:microsoft.com/office/officeart/2005/8/layout/list1"/>
    <dgm:cxn modelId="{6543AD45-CB06-4657-AE01-7F6EF61C0E25}" type="presOf" srcId="{D14978DD-550F-4E26-AB52-1B5F7365912D}" destId="{6EB82FE0-DB33-4B78-9077-5EE55EB45D1A}" srcOrd="0" destOrd="2" presId="urn:microsoft.com/office/officeart/2005/8/layout/list1"/>
    <dgm:cxn modelId="{0E813C6D-9669-4D87-8498-2F142DC09B31}" srcId="{B54B5933-9E19-4E11-8824-25FF150E961D}" destId="{887A1FE3-35EB-4DC1-BACF-972D24E94475}" srcOrd="2" destOrd="0" parTransId="{07B4395B-4062-462A-9B6B-437BFCC70ACB}" sibTransId="{5175CC6D-500B-4C89-81AF-74C9CB1C878E}"/>
    <dgm:cxn modelId="{A22B35A9-DA2B-4C94-B529-3BA74D9087B7}" srcId="{C7B3F17C-EA81-416C-9F61-D4B0F4D3D0AF}" destId="{695E11B7-7931-44AA-A54B-FF556E056C15}" srcOrd="1" destOrd="0" parTransId="{E1CDF01D-756E-4D19-9A5D-BB4DA835C2D5}" sibTransId="{3EF878D5-700B-402C-A7A9-429FACAE1605}"/>
    <dgm:cxn modelId="{AADE86A9-B664-48D2-9BD8-D37DC2D38357}" srcId="{C7B3F17C-EA81-416C-9F61-D4B0F4D3D0AF}" destId="{B54B5933-9E19-4E11-8824-25FF150E961D}" srcOrd="0" destOrd="0" parTransId="{02C7FC84-EF31-4D5E-A247-E68299A54E3B}" sibTransId="{09D7E915-DE8E-4DD4-AEB6-97A1E5093EAB}"/>
    <dgm:cxn modelId="{8C98C4AC-6631-4127-9D8B-C54958E15451}" type="presOf" srcId="{695E11B7-7931-44AA-A54B-FF556E056C15}" destId="{31EE86E0-1F3B-478D-A75F-1D219DE2E1FE}" srcOrd="1" destOrd="0" presId="urn:microsoft.com/office/officeart/2005/8/layout/list1"/>
    <dgm:cxn modelId="{7B98C5B1-1277-4FF7-9DDC-67263A491167}" srcId="{695E11B7-7931-44AA-A54B-FF556E056C15}" destId="{62EDFFEC-4717-48AF-ABFC-CE40BDBC7122}" srcOrd="0" destOrd="0" parTransId="{B27A1523-AC6F-46E8-91A8-DAA2410CC186}" sibTransId="{CCDF6D41-8239-4050-97E5-C27D237AA245}"/>
    <dgm:cxn modelId="{3BA202DF-D613-4CA8-8CE9-46BF44121BF1}" srcId="{695E11B7-7931-44AA-A54B-FF556E056C15}" destId="{D14978DD-550F-4E26-AB52-1B5F7365912D}" srcOrd="2" destOrd="0" parTransId="{22D7C804-982C-4F55-AAFB-42EC49D8A729}" sibTransId="{1445E9E3-16ED-4424-A510-FCB57935A7B2}"/>
    <dgm:cxn modelId="{19E84BE0-2323-4C8C-8A3F-B797E899D74E}" type="presOf" srcId="{887A1FE3-35EB-4DC1-BACF-972D24E94475}" destId="{7533AA53-DFD1-45C0-B43C-C9D57056E3B2}" srcOrd="0" destOrd="2" presId="urn:microsoft.com/office/officeart/2005/8/layout/list1"/>
    <dgm:cxn modelId="{63C794E0-2878-4102-90CE-4E7AB003D28E}" type="presOf" srcId="{A63645C6-1B30-4D40-88C5-775105FCAF1E}" destId="{7533AA53-DFD1-45C0-B43C-C9D57056E3B2}" srcOrd="0" destOrd="1" presId="urn:microsoft.com/office/officeart/2005/8/layout/list1"/>
    <dgm:cxn modelId="{E078ABE7-D91B-4DFB-8D1E-73FF3D3EB2D4}" type="presOf" srcId="{B54B5933-9E19-4E11-8824-25FF150E961D}" destId="{FAF4A78C-70DC-4A74-8D31-85D4C75537AD}" srcOrd="0" destOrd="0" presId="urn:microsoft.com/office/officeart/2005/8/layout/list1"/>
    <dgm:cxn modelId="{272199FC-9AAF-466E-BBBB-2C371E382D11}" srcId="{B54B5933-9E19-4E11-8824-25FF150E961D}" destId="{A63645C6-1B30-4D40-88C5-775105FCAF1E}" srcOrd="1" destOrd="0" parTransId="{E3AC4D42-2C41-45CF-80C0-99CD89A61281}" sibTransId="{9DDE0C27-B68F-446B-9C48-A31C7017417D}"/>
    <dgm:cxn modelId="{A4B2F9ED-55B3-469C-B3C7-37107C9564CF}" type="presParOf" srcId="{C7E6E3A1-BB94-46DA-8F65-516833C98008}" destId="{9E75D9E8-28CD-481E-ADF5-7D9D6EEA7FD9}" srcOrd="0" destOrd="0" presId="urn:microsoft.com/office/officeart/2005/8/layout/list1"/>
    <dgm:cxn modelId="{002E3CA3-393E-461D-881E-D591F699E78E}" type="presParOf" srcId="{9E75D9E8-28CD-481E-ADF5-7D9D6EEA7FD9}" destId="{FAF4A78C-70DC-4A74-8D31-85D4C75537AD}" srcOrd="0" destOrd="0" presId="urn:microsoft.com/office/officeart/2005/8/layout/list1"/>
    <dgm:cxn modelId="{4EE1E74F-2573-4043-B203-C79C489D93BD}" type="presParOf" srcId="{9E75D9E8-28CD-481E-ADF5-7D9D6EEA7FD9}" destId="{A501F7EC-3C6F-484E-855F-A958E2310880}" srcOrd="1" destOrd="0" presId="urn:microsoft.com/office/officeart/2005/8/layout/list1"/>
    <dgm:cxn modelId="{22F16C07-6960-44D9-B3EF-4E27E08E8116}" type="presParOf" srcId="{C7E6E3A1-BB94-46DA-8F65-516833C98008}" destId="{35FE26A9-0C69-4FC0-BDBE-27C189104864}" srcOrd="1" destOrd="0" presId="urn:microsoft.com/office/officeart/2005/8/layout/list1"/>
    <dgm:cxn modelId="{4593AD15-02B3-4C8C-8576-9494B4E19F9F}" type="presParOf" srcId="{C7E6E3A1-BB94-46DA-8F65-516833C98008}" destId="{7533AA53-DFD1-45C0-B43C-C9D57056E3B2}" srcOrd="2" destOrd="0" presId="urn:microsoft.com/office/officeart/2005/8/layout/list1"/>
    <dgm:cxn modelId="{22E845B5-7BE3-4691-94A6-6B31DF40C837}" type="presParOf" srcId="{C7E6E3A1-BB94-46DA-8F65-516833C98008}" destId="{FC6A2C2B-F88A-4987-8ED4-2610D7EC6638}" srcOrd="3" destOrd="0" presId="urn:microsoft.com/office/officeart/2005/8/layout/list1"/>
    <dgm:cxn modelId="{FCE82E78-7EE4-4A37-BFBC-C24BE1CB8D67}" type="presParOf" srcId="{C7E6E3A1-BB94-46DA-8F65-516833C98008}" destId="{CB9D311E-63AB-4A9D-A8BB-3D3378A3A2D5}" srcOrd="4" destOrd="0" presId="urn:microsoft.com/office/officeart/2005/8/layout/list1"/>
    <dgm:cxn modelId="{29E8414F-9E73-42B9-9DA6-9A5B5FC61BFC}" type="presParOf" srcId="{CB9D311E-63AB-4A9D-A8BB-3D3378A3A2D5}" destId="{814700F2-2773-4A1E-84EB-ACFA0556E182}" srcOrd="0" destOrd="0" presId="urn:microsoft.com/office/officeart/2005/8/layout/list1"/>
    <dgm:cxn modelId="{86709146-BFD0-40B9-92C6-367126DC58FA}" type="presParOf" srcId="{CB9D311E-63AB-4A9D-A8BB-3D3378A3A2D5}" destId="{31EE86E0-1F3B-478D-A75F-1D219DE2E1FE}" srcOrd="1" destOrd="0" presId="urn:microsoft.com/office/officeart/2005/8/layout/list1"/>
    <dgm:cxn modelId="{902C196D-042A-4299-9A37-78728F385123}" type="presParOf" srcId="{C7E6E3A1-BB94-46DA-8F65-516833C98008}" destId="{8637BD6E-0BAB-45F6-B698-B4EE979C98A6}" srcOrd="5" destOrd="0" presId="urn:microsoft.com/office/officeart/2005/8/layout/list1"/>
    <dgm:cxn modelId="{A19A1224-CDEF-4DEE-87F3-2766A38594D4}" type="presParOf" srcId="{C7E6E3A1-BB94-46DA-8F65-516833C98008}" destId="{6EB82FE0-DB33-4B78-9077-5EE55EB45D1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EBD68D-37FF-4C9D-94B6-50035104CAE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E5AD3B-F587-4F93-B69F-A7695B146F58}">
      <dgm:prSet/>
      <dgm:spPr/>
      <dgm:t>
        <a:bodyPr/>
        <a:lstStyle/>
        <a:p>
          <a:r>
            <a:rPr lang="es-CL" b="1" dirty="0" err="1"/>
            <a:t>Masquerading</a:t>
          </a:r>
          <a:r>
            <a:rPr lang="es-CL" b="1" dirty="0"/>
            <a:t>: </a:t>
          </a:r>
          <a:r>
            <a:rPr lang="es-CL" dirty="0"/>
            <a:t>Suplantación de identidad</a:t>
          </a:r>
          <a:endParaRPr lang="en-US" dirty="0"/>
        </a:p>
      </dgm:t>
    </dgm:pt>
    <dgm:pt modelId="{297D75CB-114B-49B9-8B03-2D9F49CED6D6}" type="parTrans" cxnId="{C9FA588E-FB1E-45A3-A0BD-979BE41B7B11}">
      <dgm:prSet/>
      <dgm:spPr/>
      <dgm:t>
        <a:bodyPr/>
        <a:lstStyle/>
        <a:p>
          <a:endParaRPr lang="en-US"/>
        </a:p>
      </dgm:t>
    </dgm:pt>
    <dgm:pt modelId="{E39CB70D-660B-4F0B-85ED-38B7C2CC8C6A}" type="sibTrans" cxnId="{C9FA588E-FB1E-45A3-A0BD-979BE41B7B11}">
      <dgm:prSet/>
      <dgm:spPr/>
      <dgm:t>
        <a:bodyPr/>
        <a:lstStyle/>
        <a:p>
          <a:endParaRPr lang="en-US"/>
        </a:p>
      </dgm:t>
    </dgm:pt>
    <dgm:pt modelId="{5ADA9EDD-2CDA-429D-BE2F-B067F6FDE452}">
      <dgm:prSet/>
      <dgm:spPr/>
      <dgm:t>
        <a:bodyPr/>
        <a:lstStyle/>
        <a:p>
          <a:r>
            <a:rPr lang="es-CL" b="1" dirty="0" err="1"/>
            <a:t>Query</a:t>
          </a:r>
          <a:r>
            <a:rPr lang="es-CL" b="1" dirty="0"/>
            <a:t> </a:t>
          </a:r>
          <a:r>
            <a:rPr lang="es-CL" b="1" dirty="0" err="1"/>
            <a:t>Registry</a:t>
          </a:r>
          <a:r>
            <a:rPr lang="es-CL" b="1" dirty="0"/>
            <a:t>: </a:t>
          </a:r>
          <a:r>
            <a:rPr lang="es-CL" dirty="0"/>
            <a:t>Consulta de registro para recolectar información</a:t>
          </a:r>
          <a:endParaRPr lang="en-US" dirty="0"/>
        </a:p>
      </dgm:t>
    </dgm:pt>
    <dgm:pt modelId="{3792D6DC-3214-4FF8-AF83-768CEA053468}" type="parTrans" cxnId="{189BD1D2-2B42-4436-8383-4E7794C780D4}">
      <dgm:prSet/>
      <dgm:spPr/>
      <dgm:t>
        <a:bodyPr/>
        <a:lstStyle/>
        <a:p>
          <a:endParaRPr lang="en-US"/>
        </a:p>
      </dgm:t>
    </dgm:pt>
    <dgm:pt modelId="{9FC2E936-141C-4238-966E-72A408BD050D}" type="sibTrans" cxnId="{189BD1D2-2B42-4436-8383-4E7794C780D4}">
      <dgm:prSet/>
      <dgm:spPr/>
      <dgm:t>
        <a:bodyPr/>
        <a:lstStyle/>
        <a:p>
          <a:endParaRPr lang="en-US"/>
        </a:p>
      </dgm:t>
    </dgm:pt>
    <dgm:pt modelId="{6FABF6D7-BC2A-494E-BAE0-56A99311A954}">
      <dgm:prSet/>
      <dgm:spPr/>
      <dgm:t>
        <a:bodyPr/>
        <a:lstStyle/>
        <a:p>
          <a:r>
            <a:rPr lang="es-CL" b="1" dirty="0" err="1"/>
            <a:t>System</a:t>
          </a:r>
          <a:r>
            <a:rPr lang="es-CL" b="1" dirty="0"/>
            <a:t> </a:t>
          </a:r>
          <a:r>
            <a:rPr lang="es-CL" b="1" dirty="0" err="1"/>
            <a:t>Information</a:t>
          </a:r>
          <a:r>
            <a:rPr lang="es-CL" b="1" dirty="0"/>
            <a:t> Discovery: </a:t>
          </a:r>
          <a:r>
            <a:rPr lang="es-CL" dirty="0"/>
            <a:t>Descubrimiento de información del sistema</a:t>
          </a:r>
          <a:endParaRPr lang="en-US" dirty="0"/>
        </a:p>
      </dgm:t>
    </dgm:pt>
    <dgm:pt modelId="{868D3B12-63F0-4DCC-91BC-AF587F1981DC}" type="parTrans" cxnId="{7099F928-0E76-4558-ADF0-324E6EB6724D}">
      <dgm:prSet/>
      <dgm:spPr/>
      <dgm:t>
        <a:bodyPr/>
        <a:lstStyle/>
        <a:p>
          <a:endParaRPr lang="en-US"/>
        </a:p>
      </dgm:t>
    </dgm:pt>
    <dgm:pt modelId="{682F169A-79B4-4541-BF7A-5E711CBF10D5}" type="sibTrans" cxnId="{7099F928-0E76-4558-ADF0-324E6EB6724D}">
      <dgm:prSet/>
      <dgm:spPr/>
      <dgm:t>
        <a:bodyPr/>
        <a:lstStyle/>
        <a:p>
          <a:endParaRPr lang="en-US"/>
        </a:p>
      </dgm:t>
    </dgm:pt>
    <dgm:pt modelId="{4F6EC662-7CC8-4FAE-859F-F2DC422687FD}">
      <dgm:prSet/>
      <dgm:spPr/>
      <dgm:t>
        <a:bodyPr/>
        <a:lstStyle/>
        <a:p>
          <a:r>
            <a:rPr lang="es-CL" b="1" dirty="0" err="1"/>
            <a:t>Exploitation</a:t>
          </a:r>
          <a:r>
            <a:rPr lang="es-CL" b="1" dirty="0"/>
            <a:t> </a:t>
          </a:r>
          <a:r>
            <a:rPr lang="es-CL" b="1" dirty="0" err="1"/>
            <a:t>of</a:t>
          </a:r>
          <a:r>
            <a:rPr lang="es-CL" b="1" dirty="0"/>
            <a:t> Remote </a:t>
          </a:r>
          <a:r>
            <a:rPr lang="es-CL" b="1" dirty="0" err="1"/>
            <a:t>Services</a:t>
          </a:r>
          <a:r>
            <a:rPr lang="es-CL" b="1" dirty="0"/>
            <a:t>: </a:t>
          </a:r>
          <a:r>
            <a:rPr lang="es-CL" dirty="0"/>
            <a:t>uso de </a:t>
          </a:r>
          <a:r>
            <a:rPr lang="es-CL" dirty="0" err="1"/>
            <a:t>EternalBlue</a:t>
          </a:r>
          <a:r>
            <a:rPr lang="es-CL" dirty="0"/>
            <a:t> para propagación</a:t>
          </a:r>
          <a:endParaRPr lang="en-US" dirty="0"/>
        </a:p>
      </dgm:t>
    </dgm:pt>
    <dgm:pt modelId="{D75C39F5-ABDE-4D3B-87E0-A27B9F2DF361}" type="parTrans" cxnId="{296C609A-1998-491B-8ABD-DFD70E0F3CED}">
      <dgm:prSet/>
      <dgm:spPr/>
      <dgm:t>
        <a:bodyPr/>
        <a:lstStyle/>
        <a:p>
          <a:endParaRPr lang="en-US"/>
        </a:p>
      </dgm:t>
    </dgm:pt>
    <dgm:pt modelId="{2443CFB4-4B00-4EDB-8005-4FADEE17AB22}" type="sibTrans" cxnId="{296C609A-1998-491B-8ABD-DFD70E0F3CED}">
      <dgm:prSet/>
      <dgm:spPr/>
      <dgm:t>
        <a:bodyPr/>
        <a:lstStyle/>
        <a:p>
          <a:endParaRPr lang="en-US"/>
        </a:p>
      </dgm:t>
    </dgm:pt>
    <dgm:pt modelId="{7B110F45-2F2D-47FE-A510-06AE4905FCEA}" type="pres">
      <dgm:prSet presAssocID="{5DEBD68D-37FF-4C9D-94B6-50035104CAEA}" presName="linear" presStyleCnt="0">
        <dgm:presLayoutVars>
          <dgm:animLvl val="lvl"/>
          <dgm:resizeHandles val="exact"/>
        </dgm:presLayoutVars>
      </dgm:prSet>
      <dgm:spPr/>
    </dgm:pt>
    <dgm:pt modelId="{EC75BFCC-D740-4FBC-A49F-D0FE56814CBD}" type="pres">
      <dgm:prSet presAssocID="{7AE5AD3B-F587-4F93-B69F-A7695B146F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4F7B3C2-2E9D-4E71-8813-D17396CDF171}" type="pres">
      <dgm:prSet presAssocID="{E39CB70D-660B-4F0B-85ED-38B7C2CC8C6A}" presName="spacer" presStyleCnt="0"/>
      <dgm:spPr/>
    </dgm:pt>
    <dgm:pt modelId="{FE7763F3-92AB-42C0-BC38-151F95092971}" type="pres">
      <dgm:prSet presAssocID="{5ADA9EDD-2CDA-429D-BE2F-B067F6FDE4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3323AB-0881-42B7-AB8F-CE43F0290913}" type="pres">
      <dgm:prSet presAssocID="{9FC2E936-141C-4238-966E-72A408BD050D}" presName="spacer" presStyleCnt="0"/>
      <dgm:spPr/>
    </dgm:pt>
    <dgm:pt modelId="{A88F0F47-3FBB-467A-BD6B-72FEA1F01390}" type="pres">
      <dgm:prSet presAssocID="{6FABF6D7-BC2A-494E-BAE0-56A99311A9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DE0CCD-0AB9-452F-9985-CAD95FBA5B5D}" type="pres">
      <dgm:prSet presAssocID="{682F169A-79B4-4541-BF7A-5E711CBF10D5}" presName="spacer" presStyleCnt="0"/>
      <dgm:spPr/>
    </dgm:pt>
    <dgm:pt modelId="{78F9248E-DD76-4FF6-8B36-F91127D0A1B6}" type="pres">
      <dgm:prSet presAssocID="{4F6EC662-7CC8-4FAE-859F-F2DC422687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99F928-0E76-4558-ADF0-324E6EB6724D}" srcId="{5DEBD68D-37FF-4C9D-94B6-50035104CAEA}" destId="{6FABF6D7-BC2A-494E-BAE0-56A99311A954}" srcOrd="2" destOrd="0" parTransId="{868D3B12-63F0-4DCC-91BC-AF587F1981DC}" sibTransId="{682F169A-79B4-4541-BF7A-5E711CBF10D5}"/>
    <dgm:cxn modelId="{87C88074-C266-4535-A726-F237894F0E4D}" type="presOf" srcId="{7AE5AD3B-F587-4F93-B69F-A7695B146F58}" destId="{EC75BFCC-D740-4FBC-A49F-D0FE56814CBD}" srcOrd="0" destOrd="0" presId="urn:microsoft.com/office/officeart/2005/8/layout/vList2"/>
    <dgm:cxn modelId="{D55CCA74-F8B7-4C51-BA80-211EFAACAB8B}" type="presOf" srcId="{5DEBD68D-37FF-4C9D-94B6-50035104CAEA}" destId="{7B110F45-2F2D-47FE-A510-06AE4905FCEA}" srcOrd="0" destOrd="0" presId="urn:microsoft.com/office/officeart/2005/8/layout/vList2"/>
    <dgm:cxn modelId="{03250E78-8044-459B-BE36-DF4632F4E0C0}" type="presOf" srcId="{6FABF6D7-BC2A-494E-BAE0-56A99311A954}" destId="{A88F0F47-3FBB-467A-BD6B-72FEA1F01390}" srcOrd="0" destOrd="0" presId="urn:microsoft.com/office/officeart/2005/8/layout/vList2"/>
    <dgm:cxn modelId="{C9FA588E-FB1E-45A3-A0BD-979BE41B7B11}" srcId="{5DEBD68D-37FF-4C9D-94B6-50035104CAEA}" destId="{7AE5AD3B-F587-4F93-B69F-A7695B146F58}" srcOrd="0" destOrd="0" parTransId="{297D75CB-114B-49B9-8B03-2D9F49CED6D6}" sibTransId="{E39CB70D-660B-4F0B-85ED-38B7C2CC8C6A}"/>
    <dgm:cxn modelId="{49F42D96-4FEE-4884-A68C-A36681549C0E}" type="presOf" srcId="{4F6EC662-7CC8-4FAE-859F-F2DC422687FD}" destId="{78F9248E-DD76-4FF6-8B36-F91127D0A1B6}" srcOrd="0" destOrd="0" presId="urn:microsoft.com/office/officeart/2005/8/layout/vList2"/>
    <dgm:cxn modelId="{296C609A-1998-491B-8ABD-DFD70E0F3CED}" srcId="{5DEBD68D-37FF-4C9D-94B6-50035104CAEA}" destId="{4F6EC662-7CC8-4FAE-859F-F2DC422687FD}" srcOrd="3" destOrd="0" parTransId="{D75C39F5-ABDE-4D3B-87E0-A27B9F2DF361}" sibTransId="{2443CFB4-4B00-4EDB-8005-4FADEE17AB22}"/>
    <dgm:cxn modelId="{189BD1D2-2B42-4436-8383-4E7794C780D4}" srcId="{5DEBD68D-37FF-4C9D-94B6-50035104CAEA}" destId="{5ADA9EDD-2CDA-429D-BE2F-B067F6FDE452}" srcOrd="1" destOrd="0" parTransId="{3792D6DC-3214-4FF8-AF83-768CEA053468}" sibTransId="{9FC2E936-141C-4238-966E-72A408BD050D}"/>
    <dgm:cxn modelId="{5D9D52D6-CD78-4364-97E6-6F0F3174F599}" type="presOf" srcId="{5ADA9EDD-2CDA-429D-BE2F-B067F6FDE452}" destId="{FE7763F3-92AB-42C0-BC38-151F95092971}" srcOrd="0" destOrd="0" presId="urn:microsoft.com/office/officeart/2005/8/layout/vList2"/>
    <dgm:cxn modelId="{AB82AFAB-E4C7-4716-9EBB-671733208F7A}" type="presParOf" srcId="{7B110F45-2F2D-47FE-A510-06AE4905FCEA}" destId="{EC75BFCC-D740-4FBC-A49F-D0FE56814CBD}" srcOrd="0" destOrd="0" presId="urn:microsoft.com/office/officeart/2005/8/layout/vList2"/>
    <dgm:cxn modelId="{2F5C0C9E-928D-4DCB-AB0D-C3C6AD72CE30}" type="presParOf" srcId="{7B110F45-2F2D-47FE-A510-06AE4905FCEA}" destId="{F4F7B3C2-2E9D-4E71-8813-D17396CDF171}" srcOrd="1" destOrd="0" presId="urn:microsoft.com/office/officeart/2005/8/layout/vList2"/>
    <dgm:cxn modelId="{EA5EABB4-38F7-4F2E-B769-35610E2AF159}" type="presParOf" srcId="{7B110F45-2F2D-47FE-A510-06AE4905FCEA}" destId="{FE7763F3-92AB-42C0-BC38-151F95092971}" srcOrd="2" destOrd="0" presId="urn:microsoft.com/office/officeart/2005/8/layout/vList2"/>
    <dgm:cxn modelId="{518602D7-91C5-44F9-8150-1AB5C0CE8323}" type="presParOf" srcId="{7B110F45-2F2D-47FE-A510-06AE4905FCEA}" destId="{643323AB-0881-42B7-AB8F-CE43F0290913}" srcOrd="3" destOrd="0" presId="urn:microsoft.com/office/officeart/2005/8/layout/vList2"/>
    <dgm:cxn modelId="{460E09F4-956F-4A65-B582-E583D5E39F27}" type="presParOf" srcId="{7B110F45-2F2D-47FE-A510-06AE4905FCEA}" destId="{A88F0F47-3FBB-467A-BD6B-72FEA1F01390}" srcOrd="4" destOrd="0" presId="urn:microsoft.com/office/officeart/2005/8/layout/vList2"/>
    <dgm:cxn modelId="{FF7EAF32-494A-445D-8B0A-0B357D62D436}" type="presParOf" srcId="{7B110F45-2F2D-47FE-A510-06AE4905FCEA}" destId="{FEDE0CCD-0AB9-452F-9985-CAD95FBA5B5D}" srcOrd="5" destOrd="0" presId="urn:microsoft.com/office/officeart/2005/8/layout/vList2"/>
    <dgm:cxn modelId="{40EEF9C8-E27A-4092-91C7-69015CF4E313}" type="presParOf" srcId="{7B110F45-2F2D-47FE-A510-06AE4905FCEA}" destId="{78F9248E-DD76-4FF6-8B36-F91127D0A1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550AAD-9102-4FF6-894E-93AC0D05573F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25F74F-CEE3-443C-AB91-66F3EC9213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1. Vector de </a:t>
          </a:r>
          <a:r>
            <a:rPr lang="en-US" b="1" dirty="0" err="1"/>
            <a:t>Acceso</a:t>
          </a:r>
          <a:r>
            <a:rPr lang="en-US" b="1" dirty="0"/>
            <a:t>: </a:t>
          </a:r>
          <a:r>
            <a:rPr lang="en-US" b="1" dirty="0" err="1"/>
            <a:t>Explotación</a:t>
          </a:r>
          <a:r>
            <a:rPr lang="en-US" b="1" dirty="0"/>
            <a:t> de </a:t>
          </a:r>
          <a:r>
            <a:rPr lang="en-US" b="1" dirty="0" err="1"/>
            <a:t>vulnerabilidad</a:t>
          </a:r>
          <a:r>
            <a:rPr lang="en-US" b="1" dirty="0"/>
            <a:t> </a:t>
          </a:r>
          <a:r>
            <a:rPr lang="en-US" b="1" dirty="0" err="1"/>
            <a:t>EternalBlue</a:t>
          </a:r>
          <a:r>
            <a:rPr lang="en-US" b="1" dirty="0"/>
            <a:t> (MS17-010) </a:t>
          </a:r>
          <a:r>
            <a:rPr lang="en-US" b="1" dirty="0" err="1"/>
            <a:t>en</a:t>
          </a:r>
          <a:r>
            <a:rPr lang="en-US" b="1" dirty="0"/>
            <a:t> </a:t>
          </a:r>
          <a:r>
            <a:rPr lang="en-US" b="1" dirty="0" err="1"/>
            <a:t>el</a:t>
          </a:r>
          <a:r>
            <a:rPr lang="en-US" b="1" dirty="0"/>
            <a:t> </a:t>
          </a:r>
          <a:r>
            <a:rPr lang="en-US" b="1" dirty="0" err="1"/>
            <a:t>protocolo</a:t>
          </a:r>
          <a:r>
            <a:rPr lang="en-US" b="1" dirty="0"/>
            <a:t> SMBv1.</a:t>
          </a:r>
        </a:p>
      </dgm:t>
    </dgm:pt>
    <dgm:pt modelId="{89DBE905-7479-4527-A78F-C3A8A91AB0F6}" type="parTrans" cxnId="{11939042-230C-4EE5-892F-CA7E913F97F2}">
      <dgm:prSet/>
      <dgm:spPr/>
      <dgm:t>
        <a:bodyPr/>
        <a:lstStyle/>
        <a:p>
          <a:endParaRPr lang="en-US"/>
        </a:p>
      </dgm:t>
    </dgm:pt>
    <dgm:pt modelId="{CD28B4EA-9EF5-46D6-A0B9-80B2303BC027}" type="sibTrans" cxnId="{11939042-230C-4EE5-892F-CA7E913F97F2}">
      <dgm:prSet/>
      <dgm:spPr/>
      <dgm:t>
        <a:bodyPr/>
        <a:lstStyle/>
        <a:p>
          <a:endParaRPr lang="en-US"/>
        </a:p>
      </dgm:t>
    </dgm:pt>
    <dgm:pt modelId="{5B42C523-3180-42CB-AFBB-58A5F64861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2. </a:t>
          </a:r>
          <a:r>
            <a:rPr lang="en-US" b="1" dirty="0" err="1"/>
            <a:t>Ejecución</a:t>
          </a:r>
          <a:r>
            <a:rPr lang="en-US" b="1" dirty="0"/>
            <a:t>: El malware se </a:t>
          </a:r>
          <a:r>
            <a:rPr lang="en-US" b="1" dirty="0" err="1"/>
            <a:t>camufla</a:t>
          </a:r>
          <a:r>
            <a:rPr lang="en-US" b="1" dirty="0"/>
            <a:t> </a:t>
          </a:r>
          <a:r>
            <a:rPr lang="en-US" b="1" dirty="0" err="1"/>
            <a:t>como</a:t>
          </a:r>
          <a:r>
            <a:rPr lang="en-US" b="1" dirty="0"/>
            <a:t> </a:t>
          </a:r>
          <a:r>
            <a:rPr lang="en-US" b="1" dirty="0" err="1"/>
            <a:t>procesos</a:t>
          </a:r>
          <a:r>
            <a:rPr lang="en-US" b="1" dirty="0"/>
            <a:t> del </a:t>
          </a:r>
          <a:r>
            <a:rPr lang="en-US" b="1" dirty="0" err="1"/>
            <a:t>sistema</a:t>
          </a:r>
          <a:r>
            <a:rPr lang="en-US" b="1" dirty="0"/>
            <a:t> (</a:t>
          </a:r>
          <a:r>
            <a:rPr lang="en-US" b="1" dirty="0" err="1"/>
            <a:t>ej</a:t>
          </a:r>
          <a:r>
            <a:rPr lang="en-US" b="1" dirty="0"/>
            <a:t>. svchost.exe y slui.exe) </a:t>
          </a:r>
          <a:r>
            <a:rPr lang="en-US" b="1" dirty="0" err="1"/>
            <a:t>tras</a:t>
          </a:r>
          <a:r>
            <a:rPr lang="en-US" b="1" dirty="0"/>
            <a:t> la </a:t>
          </a:r>
          <a:r>
            <a:rPr lang="en-US" b="1" dirty="0" err="1"/>
            <a:t>infección</a:t>
          </a:r>
          <a:r>
            <a:rPr lang="en-US" b="1" dirty="0"/>
            <a:t> </a:t>
          </a:r>
          <a:r>
            <a:rPr lang="en-US" b="1" dirty="0" err="1"/>
            <a:t>inicial</a:t>
          </a:r>
          <a:r>
            <a:rPr lang="en-US" b="1" dirty="0"/>
            <a:t>.</a:t>
          </a:r>
        </a:p>
      </dgm:t>
    </dgm:pt>
    <dgm:pt modelId="{A84328EE-1749-43F3-BDEA-6A3C1D9F9807}" type="parTrans" cxnId="{8E69FC84-861B-4C74-8893-80D3D479910A}">
      <dgm:prSet/>
      <dgm:spPr/>
      <dgm:t>
        <a:bodyPr/>
        <a:lstStyle/>
        <a:p>
          <a:endParaRPr lang="en-US"/>
        </a:p>
      </dgm:t>
    </dgm:pt>
    <dgm:pt modelId="{1C39AEC0-627D-41EA-A69D-561AFAE34878}" type="sibTrans" cxnId="{8E69FC84-861B-4C74-8893-80D3D479910A}">
      <dgm:prSet/>
      <dgm:spPr/>
      <dgm:t>
        <a:bodyPr/>
        <a:lstStyle/>
        <a:p>
          <a:endParaRPr lang="en-US"/>
        </a:p>
      </dgm:t>
    </dgm:pt>
    <dgm:pt modelId="{63729277-527F-41CB-8FE0-1E96EE64FA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3. </a:t>
          </a:r>
          <a:r>
            <a:rPr lang="en-US" b="1" dirty="0" err="1"/>
            <a:t>Propagación</a:t>
          </a:r>
          <a:r>
            <a:rPr lang="en-US" b="1" dirty="0"/>
            <a:t> (Worm): </a:t>
          </a:r>
          <a:r>
            <a:rPr lang="en-US" b="1" dirty="0" err="1"/>
            <a:t>Movimiento</a:t>
          </a:r>
          <a:r>
            <a:rPr lang="en-US" b="1" dirty="0"/>
            <a:t> lateral </a:t>
          </a:r>
          <a:r>
            <a:rPr lang="en-US" b="1" dirty="0" err="1"/>
            <a:t>automático</a:t>
          </a:r>
          <a:r>
            <a:rPr lang="en-US" b="1" dirty="0"/>
            <a:t> </a:t>
          </a:r>
          <a:r>
            <a:rPr lang="en-US" b="1" dirty="0" err="1"/>
            <a:t>buscando</a:t>
          </a:r>
          <a:r>
            <a:rPr lang="en-US" b="1" dirty="0"/>
            <a:t> </a:t>
          </a:r>
          <a:r>
            <a:rPr lang="en-US" b="1" dirty="0" err="1"/>
            <a:t>equipos</a:t>
          </a:r>
          <a:r>
            <a:rPr lang="en-US" b="1" dirty="0"/>
            <a:t> no </a:t>
          </a:r>
          <a:r>
            <a:rPr lang="en-US" b="1" dirty="0" err="1"/>
            <a:t>parcheados</a:t>
          </a:r>
          <a:r>
            <a:rPr lang="en-US" b="1" dirty="0"/>
            <a:t> (Windows 7 y Windows 10 </a:t>
          </a:r>
          <a:r>
            <a:rPr lang="en-US" b="1" dirty="0" err="1"/>
            <a:t>desactualizados</a:t>
          </a:r>
          <a:r>
            <a:rPr lang="en-US" b="1" dirty="0"/>
            <a:t>).</a:t>
          </a:r>
        </a:p>
      </dgm:t>
    </dgm:pt>
    <dgm:pt modelId="{CDE7A2DA-471D-4086-9B22-7D6C98D5223B}" type="parTrans" cxnId="{4D1DCBC7-94D9-4320-9A0D-3D6CD83FAB4E}">
      <dgm:prSet/>
      <dgm:spPr/>
      <dgm:t>
        <a:bodyPr/>
        <a:lstStyle/>
        <a:p>
          <a:endParaRPr lang="en-US"/>
        </a:p>
      </dgm:t>
    </dgm:pt>
    <dgm:pt modelId="{002D6E8F-874C-4E83-9A23-AAAF5141A639}" type="sibTrans" cxnId="{4D1DCBC7-94D9-4320-9A0D-3D6CD83FAB4E}">
      <dgm:prSet/>
      <dgm:spPr/>
      <dgm:t>
        <a:bodyPr/>
        <a:lstStyle/>
        <a:p>
          <a:endParaRPr lang="en-US"/>
        </a:p>
      </dgm:t>
    </dgm:pt>
    <dgm:pt modelId="{A57D774C-FD5C-46B6-9A21-725B75B0CF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4. Impacto Final: </a:t>
          </a:r>
          <a:r>
            <a:rPr lang="en-US" b="1" dirty="0" err="1"/>
            <a:t>Cifrado</a:t>
          </a:r>
          <a:r>
            <a:rPr lang="en-US" b="1" dirty="0"/>
            <a:t> de </a:t>
          </a:r>
          <a:r>
            <a:rPr lang="en-US" b="1" dirty="0" err="1"/>
            <a:t>archivos</a:t>
          </a:r>
          <a:r>
            <a:rPr lang="en-US" b="1" dirty="0"/>
            <a:t> de </a:t>
          </a:r>
          <a:r>
            <a:rPr lang="en-US" b="1" dirty="0" err="1"/>
            <a:t>usuario</a:t>
          </a:r>
          <a:r>
            <a:rPr lang="en-US" b="1" dirty="0"/>
            <a:t> y </a:t>
          </a:r>
          <a:r>
            <a:rPr lang="en-US" b="1" dirty="0" err="1"/>
            <a:t>solicitud</a:t>
          </a:r>
          <a:r>
            <a:rPr lang="en-US" b="1" dirty="0"/>
            <a:t> de </a:t>
          </a:r>
          <a:r>
            <a:rPr lang="en-US" b="1" dirty="0" err="1"/>
            <a:t>rescate</a:t>
          </a:r>
          <a:r>
            <a:rPr lang="en-US" b="1" dirty="0"/>
            <a:t> </a:t>
          </a:r>
          <a:r>
            <a:rPr lang="en-US" b="1" dirty="0" err="1"/>
            <a:t>en</a:t>
          </a:r>
          <a:r>
            <a:rPr lang="en-US" b="1" dirty="0"/>
            <a:t> </a:t>
          </a:r>
          <a:r>
            <a:rPr lang="en-US" b="1" dirty="0" err="1"/>
            <a:t>criptomonedas</a:t>
          </a:r>
          <a:r>
            <a:rPr lang="en-US" b="1" dirty="0"/>
            <a:t>.</a:t>
          </a:r>
        </a:p>
      </dgm:t>
    </dgm:pt>
    <dgm:pt modelId="{2FD20895-61A9-4DAA-8064-27B84759BDBE}" type="parTrans" cxnId="{8698A535-F237-4FA9-9723-7DB3C25D6234}">
      <dgm:prSet/>
      <dgm:spPr/>
      <dgm:t>
        <a:bodyPr/>
        <a:lstStyle/>
        <a:p>
          <a:endParaRPr lang="en-US"/>
        </a:p>
      </dgm:t>
    </dgm:pt>
    <dgm:pt modelId="{6DE687C8-BDA5-4720-B6D0-FDE500B4995F}" type="sibTrans" cxnId="{8698A535-F237-4FA9-9723-7DB3C25D6234}">
      <dgm:prSet/>
      <dgm:spPr/>
      <dgm:t>
        <a:bodyPr/>
        <a:lstStyle/>
        <a:p>
          <a:endParaRPr lang="en-US"/>
        </a:p>
      </dgm:t>
    </dgm:pt>
    <dgm:pt modelId="{14083000-5222-463C-80A1-7CBD4E4EFCD2}" type="pres">
      <dgm:prSet presAssocID="{FE550AAD-9102-4FF6-894E-93AC0D05573F}" presName="root" presStyleCnt="0">
        <dgm:presLayoutVars>
          <dgm:dir/>
          <dgm:resizeHandles val="exact"/>
        </dgm:presLayoutVars>
      </dgm:prSet>
      <dgm:spPr/>
    </dgm:pt>
    <dgm:pt modelId="{9D76F72F-ECBE-45E7-830C-97394887D39B}" type="pres">
      <dgm:prSet presAssocID="{C725F74F-CEE3-443C-AB91-66F3EC92135E}" presName="compNode" presStyleCnt="0"/>
      <dgm:spPr/>
    </dgm:pt>
    <dgm:pt modelId="{462B77F3-2217-42E2-B6F9-DAA4B885E7AC}" type="pres">
      <dgm:prSet presAssocID="{C725F74F-CEE3-443C-AB91-66F3EC9213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5EF6A181-1BC6-432A-93BF-8F6A449A44FB}" type="pres">
      <dgm:prSet presAssocID="{C725F74F-CEE3-443C-AB91-66F3EC92135E}" presName="spaceRect" presStyleCnt="0"/>
      <dgm:spPr/>
    </dgm:pt>
    <dgm:pt modelId="{3447B511-D52A-44E9-9F9A-D5A8C0EB74A7}" type="pres">
      <dgm:prSet presAssocID="{C725F74F-CEE3-443C-AB91-66F3EC92135E}" presName="textRect" presStyleLbl="revTx" presStyleIdx="0" presStyleCnt="4">
        <dgm:presLayoutVars>
          <dgm:chMax val="1"/>
          <dgm:chPref val="1"/>
        </dgm:presLayoutVars>
      </dgm:prSet>
      <dgm:spPr/>
    </dgm:pt>
    <dgm:pt modelId="{118B5E28-DCC8-4DCD-AB6F-105A0D53C25B}" type="pres">
      <dgm:prSet presAssocID="{CD28B4EA-9EF5-46D6-A0B9-80B2303BC027}" presName="sibTrans" presStyleCnt="0"/>
      <dgm:spPr/>
    </dgm:pt>
    <dgm:pt modelId="{F27C1509-7A45-4FB1-B98B-3A29B10BE121}" type="pres">
      <dgm:prSet presAssocID="{5B42C523-3180-42CB-AFBB-58A5F6486107}" presName="compNode" presStyleCnt="0"/>
      <dgm:spPr/>
    </dgm:pt>
    <dgm:pt modelId="{4E993172-C254-4405-B085-17FD719289E8}" type="pres">
      <dgm:prSet presAssocID="{5B42C523-3180-42CB-AFBB-58A5F64861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7B259AD6-B7D5-4FD0-A0C6-461C90DC2969}" type="pres">
      <dgm:prSet presAssocID="{5B42C523-3180-42CB-AFBB-58A5F6486107}" presName="spaceRect" presStyleCnt="0"/>
      <dgm:spPr/>
    </dgm:pt>
    <dgm:pt modelId="{6F54487B-E6B9-467F-A87E-71600E46562F}" type="pres">
      <dgm:prSet presAssocID="{5B42C523-3180-42CB-AFBB-58A5F6486107}" presName="textRect" presStyleLbl="revTx" presStyleIdx="1" presStyleCnt="4">
        <dgm:presLayoutVars>
          <dgm:chMax val="1"/>
          <dgm:chPref val="1"/>
        </dgm:presLayoutVars>
      </dgm:prSet>
      <dgm:spPr/>
    </dgm:pt>
    <dgm:pt modelId="{B602E498-1C33-4451-AF35-D96D8436D6C2}" type="pres">
      <dgm:prSet presAssocID="{1C39AEC0-627D-41EA-A69D-561AFAE34878}" presName="sibTrans" presStyleCnt="0"/>
      <dgm:spPr/>
    </dgm:pt>
    <dgm:pt modelId="{F8702729-CC72-4816-83C4-768051643AE4}" type="pres">
      <dgm:prSet presAssocID="{63729277-527F-41CB-8FE0-1E96EE64FAE6}" presName="compNode" presStyleCnt="0"/>
      <dgm:spPr/>
    </dgm:pt>
    <dgm:pt modelId="{849D07C5-1EC4-4B33-A9BC-55F7C16DD111}" type="pres">
      <dgm:prSet presAssocID="{63729277-527F-41CB-8FE0-1E96EE64FA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4296EFAF-1515-48FB-A374-4E90BCC6B181}" type="pres">
      <dgm:prSet presAssocID="{63729277-527F-41CB-8FE0-1E96EE64FAE6}" presName="spaceRect" presStyleCnt="0"/>
      <dgm:spPr/>
    </dgm:pt>
    <dgm:pt modelId="{3EC10EF8-3784-451F-8F84-1B752C5EE040}" type="pres">
      <dgm:prSet presAssocID="{63729277-527F-41CB-8FE0-1E96EE64FAE6}" presName="textRect" presStyleLbl="revTx" presStyleIdx="2" presStyleCnt="4">
        <dgm:presLayoutVars>
          <dgm:chMax val="1"/>
          <dgm:chPref val="1"/>
        </dgm:presLayoutVars>
      </dgm:prSet>
      <dgm:spPr/>
    </dgm:pt>
    <dgm:pt modelId="{2EF855BC-16C7-4338-B523-B4CFA0B97DD9}" type="pres">
      <dgm:prSet presAssocID="{002D6E8F-874C-4E83-9A23-AAAF5141A639}" presName="sibTrans" presStyleCnt="0"/>
      <dgm:spPr/>
    </dgm:pt>
    <dgm:pt modelId="{2C00E9CC-8E64-4B41-B51F-091F4C551512}" type="pres">
      <dgm:prSet presAssocID="{A57D774C-FD5C-46B6-9A21-725B75B0CFC5}" presName="compNode" presStyleCnt="0"/>
      <dgm:spPr/>
    </dgm:pt>
    <dgm:pt modelId="{FF87A824-A836-4638-9A94-11EE5FC0E548}" type="pres">
      <dgm:prSet presAssocID="{A57D774C-FD5C-46B6-9A21-725B75B0CF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CB1AC699-1A13-4902-B539-10FCD9CB1700}" type="pres">
      <dgm:prSet presAssocID="{A57D774C-FD5C-46B6-9A21-725B75B0CFC5}" presName="spaceRect" presStyleCnt="0"/>
      <dgm:spPr/>
    </dgm:pt>
    <dgm:pt modelId="{FC86B783-5B4F-4322-8451-FC4333F31E17}" type="pres">
      <dgm:prSet presAssocID="{A57D774C-FD5C-46B6-9A21-725B75B0CFC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50A9505-AF24-4A8D-8697-2AD6B0E3580E}" type="presOf" srcId="{C725F74F-CEE3-443C-AB91-66F3EC92135E}" destId="{3447B511-D52A-44E9-9F9A-D5A8C0EB74A7}" srcOrd="0" destOrd="0" presId="urn:microsoft.com/office/officeart/2018/2/layout/IconLabelList"/>
    <dgm:cxn modelId="{8769B206-6141-4602-887A-B4B6CDCD7072}" type="presOf" srcId="{5B42C523-3180-42CB-AFBB-58A5F6486107}" destId="{6F54487B-E6B9-467F-A87E-71600E46562F}" srcOrd="0" destOrd="0" presId="urn:microsoft.com/office/officeart/2018/2/layout/IconLabelList"/>
    <dgm:cxn modelId="{8698A535-F237-4FA9-9723-7DB3C25D6234}" srcId="{FE550AAD-9102-4FF6-894E-93AC0D05573F}" destId="{A57D774C-FD5C-46B6-9A21-725B75B0CFC5}" srcOrd="3" destOrd="0" parTransId="{2FD20895-61A9-4DAA-8064-27B84759BDBE}" sibTransId="{6DE687C8-BDA5-4720-B6D0-FDE500B4995F}"/>
    <dgm:cxn modelId="{11939042-230C-4EE5-892F-CA7E913F97F2}" srcId="{FE550AAD-9102-4FF6-894E-93AC0D05573F}" destId="{C725F74F-CEE3-443C-AB91-66F3EC92135E}" srcOrd="0" destOrd="0" parTransId="{89DBE905-7479-4527-A78F-C3A8A91AB0F6}" sibTransId="{CD28B4EA-9EF5-46D6-A0B9-80B2303BC027}"/>
    <dgm:cxn modelId="{8E69FC84-861B-4C74-8893-80D3D479910A}" srcId="{FE550AAD-9102-4FF6-894E-93AC0D05573F}" destId="{5B42C523-3180-42CB-AFBB-58A5F6486107}" srcOrd="1" destOrd="0" parTransId="{A84328EE-1749-43F3-BDEA-6A3C1D9F9807}" sibTransId="{1C39AEC0-627D-41EA-A69D-561AFAE34878}"/>
    <dgm:cxn modelId="{0559CE8D-6DF8-4A2F-92E1-CA0523CD7E8C}" type="presOf" srcId="{A57D774C-FD5C-46B6-9A21-725B75B0CFC5}" destId="{FC86B783-5B4F-4322-8451-FC4333F31E17}" srcOrd="0" destOrd="0" presId="urn:microsoft.com/office/officeart/2018/2/layout/IconLabelList"/>
    <dgm:cxn modelId="{CD8D04C1-1C6A-448D-BE0C-F2DD88155DB4}" type="presOf" srcId="{FE550AAD-9102-4FF6-894E-93AC0D05573F}" destId="{14083000-5222-463C-80A1-7CBD4E4EFCD2}" srcOrd="0" destOrd="0" presId="urn:microsoft.com/office/officeart/2018/2/layout/IconLabelList"/>
    <dgm:cxn modelId="{4D1DCBC7-94D9-4320-9A0D-3D6CD83FAB4E}" srcId="{FE550AAD-9102-4FF6-894E-93AC0D05573F}" destId="{63729277-527F-41CB-8FE0-1E96EE64FAE6}" srcOrd="2" destOrd="0" parTransId="{CDE7A2DA-471D-4086-9B22-7D6C98D5223B}" sibTransId="{002D6E8F-874C-4E83-9A23-AAAF5141A639}"/>
    <dgm:cxn modelId="{46CCC2DE-1780-438F-BAE3-6445C10B8B87}" type="presOf" srcId="{63729277-527F-41CB-8FE0-1E96EE64FAE6}" destId="{3EC10EF8-3784-451F-8F84-1B752C5EE040}" srcOrd="0" destOrd="0" presId="urn:microsoft.com/office/officeart/2018/2/layout/IconLabelList"/>
    <dgm:cxn modelId="{0D8CAF82-C4D0-44C0-A9BF-1F045C26F8EF}" type="presParOf" srcId="{14083000-5222-463C-80A1-7CBD4E4EFCD2}" destId="{9D76F72F-ECBE-45E7-830C-97394887D39B}" srcOrd="0" destOrd="0" presId="urn:microsoft.com/office/officeart/2018/2/layout/IconLabelList"/>
    <dgm:cxn modelId="{3A12C010-5C43-4957-8927-71B6144C87D8}" type="presParOf" srcId="{9D76F72F-ECBE-45E7-830C-97394887D39B}" destId="{462B77F3-2217-42E2-B6F9-DAA4B885E7AC}" srcOrd="0" destOrd="0" presId="urn:microsoft.com/office/officeart/2018/2/layout/IconLabelList"/>
    <dgm:cxn modelId="{E813465B-EBB7-4897-BFFA-CF05E6D8A63D}" type="presParOf" srcId="{9D76F72F-ECBE-45E7-830C-97394887D39B}" destId="{5EF6A181-1BC6-432A-93BF-8F6A449A44FB}" srcOrd="1" destOrd="0" presId="urn:microsoft.com/office/officeart/2018/2/layout/IconLabelList"/>
    <dgm:cxn modelId="{034F1941-59D3-4C20-9CCF-55C9370F6FE3}" type="presParOf" srcId="{9D76F72F-ECBE-45E7-830C-97394887D39B}" destId="{3447B511-D52A-44E9-9F9A-D5A8C0EB74A7}" srcOrd="2" destOrd="0" presId="urn:microsoft.com/office/officeart/2018/2/layout/IconLabelList"/>
    <dgm:cxn modelId="{474869EB-E47D-4095-A1AF-8FE12ED68817}" type="presParOf" srcId="{14083000-5222-463C-80A1-7CBD4E4EFCD2}" destId="{118B5E28-DCC8-4DCD-AB6F-105A0D53C25B}" srcOrd="1" destOrd="0" presId="urn:microsoft.com/office/officeart/2018/2/layout/IconLabelList"/>
    <dgm:cxn modelId="{38EF9317-D4A9-4962-A305-3BE5E2B1EFE2}" type="presParOf" srcId="{14083000-5222-463C-80A1-7CBD4E4EFCD2}" destId="{F27C1509-7A45-4FB1-B98B-3A29B10BE121}" srcOrd="2" destOrd="0" presId="urn:microsoft.com/office/officeart/2018/2/layout/IconLabelList"/>
    <dgm:cxn modelId="{2F5EC8D5-9872-4C7F-94C7-6BF5A82B56AB}" type="presParOf" srcId="{F27C1509-7A45-4FB1-B98B-3A29B10BE121}" destId="{4E993172-C254-4405-B085-17FD719289E8}" srcOrd="0" destOrd="0" presId="urn:microsoft.com/office/officeart/2018/2/layout/IconLabelList"/>
    <dgm:cxn modelId="{9E92A924-C072-4013-8345-EB4426B0BF3C}" type="presParOf" srcId="{F27C1509-7A45-4FB1-B98B-3A29B10BE121}" destId="{7B259AD6-B7D5-4FD0-A0C6-461C90DC2969}" srcOrd="1" destOrd="0" presId="urn:microsoft.com/office/officeart/2018/2/layout/IconLabelList"/>
    <dgm:cxn modelId="{84D4E90D-3F9D-4A72-8098-BD5D2DB510A9}" type="presParOf" srcId="{F27C1509-7A45-4FB1-B98B-3A29B10BE121}" destId="{6F54487B-E6B9-467F-A87E-71600E46562F}" srcOrd="2" destOrd="0" presId="urn:microsoft.com/office/officeart/2018/2/layout/IconLabelList"/>
    <dgm:cxn modelId="{FB2AE6FC-A4B7-4632-B89C-57A539CFC561}" type="presParOf" srcId="{14083000-5222-463C-80A1-7CBD4E4EFCD2}" destId="{B602E498-1C33-4451-AF35-D96D8436D6C2}" srcOrd="3" destOrd="0" presId="urn:microsoft.com/office/officeart/2018/2/layout/IconLabelList"/>
    <dgm:cxn modelId="{1586156E-5F96-4922-8D0D-442E9582C1CC}" type="presParOf" srcId="{14083000-5222-463C-80A1-7CBD4E4EFCD2}" destId="{F8702729-CC72-4816-83C4-768051643AE4}" srcOrd="4" destOrd="0" presId="urn:microsoft.com/office/officeart/2018/2/layout/IconLabelList"/>
    <dgm:cxn modelId="{2D195C0D-28E2-40B2-99A6-3FEB7D85C6D2}" type="presParOf" srcId="{F8702729-CC72-4816-83C4-768051643AE4}" destId="{849D07C5-1EC4-4B33-A9BC-55F7C16DD111}" srcOrd="0" destOrd="0" presId="urn:microsoft.com/office/officeart/2018/2/layout/IconLabelList"/>
    <dgm:cxn modelId="{743E9B73-610E-48FA-953A-5980C9C61524}" type="presParOf" srcId="{F8702729-CC72-4816-83C4-768051643AE4}" destId="{4296EFAF-1515-48FB-A374-4E90BCC6B181}" srcOrd="1" destOrd="0" presId="urn:microsoft.com/office/officeart/2018/2/layout/IconLabelList"/>
    <dgm:cxn modelId="{0D039714-7BD0-4FCD-9648-10B524004222}" type="presParOf" srcId="{F8702729-CC72-4816-83C4-768051643AE4}" destId="{3EC10EF8-3784-451F-8F84-1B752C5EE040}" srcOrd="2" destOrd="0" presId="urn:microsoft.com/office/officeart/2018/2/layout/IconLabelList"/>
    <dgm:cxn modelId="{ADC23162-5A7F-491A-AE60-0A7C58915B47}" type="presParOf" srcId="{14083000-5222-463C-80A1-7CBD4E4EFCD2}" destId="{2EF855BC-16C7-4338-B523-B4CFA0B97DD9}" srcOrd="5" destOrd="0" presId="urn:microsoft.com/office/officeart/2018/2/layout/IconLabelList"/>
    <dgm:cxn modelId="{8F052EE8-D0B6-4540-974E-C1A63FC27E8B}" type="presParOf" srcId="{14083000-5222-463C-80A1-7CBD4E4EFCD2}" destId="{2C00E9CC-8E64-4B41-B51F-091F4C551512}" srcOrd="6" destOrd="0" presId="urn:microsoft.com/office/officeart/2018/2/layout/IconLabelList"/>
    <dgm:cxn modelId="{F87F5EBC-76DA-480B-B607-1812B9132627}" type="presParOf" srcId="{2C00E9CC-8E64-4B41-B51F-091F4C551512}" destId="{FF87A824-A836-4638-9A94-11EE5FC0E548}" srcOrd="0" destOrd="0" presId="urn:microsoft.com/office/officeart/2018/2/layout/IconLabelList"/>
    <dgm:cxn modelId="{E5DF0A2E-DE22-40C1-B67D-BA49EBF5A5AB}" type="presParOf" srcId="{2C00E9CC-8E64-4B41-B51F-091F4C551512}" destId="{CB1AC699-1A13-4902-B539-10FCD9CB1700}" srcOrd="1" destOrd="0" presId="urn:microsoft.com/office/officeart/2018/2/layout/IconLabelList"/>
    <dgm:cxn modelId="{217AF186-92C4-4E09-AABA-0D8072AA0D03}" type="presParOf" srcId="{2C00E9CC-8E64-4B41-B51F-091F4C551512}" destId="{FC86B783-5B4F-4322-8451-FC4333F31E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CD9E25-2012-4355-B19D-EAE1C779D26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ADE58EC-F75B-4421-8232-B2C4E3721BAF}">
      <dgm:prSet/>
      <dgm:spPr/>
      <dgm:t>
        <a:bodyPr/>
        <a:lstStyle/>
        <a:p>
          <a:r>
            <a:rPr lang="es-CL" b="1" u="sng"/>
            <a:t>¿Cómo entró el malware? </a:t>
          </a:r>
          <a:endParaRPr lang="en-US"/>
        </a:p>
      </dgm:t>
    </dgm:pt>
    <dgm:pt modelId="{DB6EB618-D6FC-4CEB-BD28-207C36F843F6}" type="parTrans" cxnId="{8646BDF4-DD86-456C-9BFA-681418BBE7E9}">
      <dgm:prSet/>
      <dgm:spPr/>
      <dgm:t>
        <a:bodyPr/>
        <a:lstStyle/>
        <a:p>
          <a:endParaRPr lang="en-US"/>
        </a:p>
      </dgm:t>
    </dgm:pt>
    <dgm:pt modelId="{069D6B3C-5238-44E3-80D6-D781FD241642}" type="sibTrans" cxnId="{8646BDF4-DD86-456C-9BFA-681418BBE7E9}">
      <dgm:prSet/>
      <dgm:spPr/>
      <dgm:t>
        <a:bodyPr/>
        <a:lstStyle/>
        <a:p>
          <a:endParaRPr lang="en-US"/>
        </a:p>
      </dgm:t>
    </dgm:pt>
    <dgm:pt modelId="{7942B79C-B69D-4944-BE23-E96EB6F87961}">
      <dgm:prSet custT="1"/>
      <dgm:spPr/>
      <dgm:t>
        <a:bodyPr/>
        <a:lstStyle/>
        <a:p>
          <a:r>
            <a:rPr lang="es-ES" sz="1400" b="1" dirty="0"/>
            <a:t>Correo electrónico </a:t>
          </a:r>
          <a:r>
            <a:rPr lang="es-ES" sz="1400" dirty="0"/>
            <a:t>con archivo adjunto malicioso </a:t>
          </a:r>
          <a:endParaRPr lang="en-US" sz="1400" dirty="0"/>
        </a:p>
      </dgm:t>
    </dgm:pt>
    <dgm:pt modelId="{19E8B4E2-C2D4-4BD6-95F9-D01C0FFD1E4C}" type="parTrans" cxnId="{5563D720-34D8-4E67-978D-9D1756CF315C}">
      <dgm:prSet/>
      <dgm:spPr/>
      <dgm:t>
        <a:bodyPr/>
        <a:lstStyle/>
        <a:p>
          <a:endParaRPr lang="en-US"/>
        </a:p>
      </dgm:t>
    </dgm:pt>
    <dgm:pt modelId="{F24402CC-5387-40B3-98DB-4B1D24F14370}" type="sibTrans" cxnId="{5563D720-34D8-4E67-978D-9D1756CF315C}">
      <dgm:prSet/>
      <dgm:spPr/>
      <dgm:t>
        <a:bodyPr/>
        <a:lstStyle/>
        <a:p>
          <a:endParaRPr lang="en-US"/>
        </a:p>
      </dgm:t>
    </dgm:pt>
    <dgm:pt modelId="{D00517FE-F664-4C31-8383-B73B31689E20}">
      <dgm:prSet custT="1"/>
      <dgm:spPr/>
      <dgm:t>
        <a:bodyPr/>
        <a:lstStyle/>
        <a:p>
          <a:r>
            <a:rPr lang="es-CL" sz="1400" b="1"/>
            <a:t>Descarga involuntaria </a:t>
          </a:r>
          <a:r>
            <a:rPr lang="es-CL" sz="1400"/>
            <a:t>desde internet </a:t>
          </a:r>
          <a:endParaRPr lang="en-US" sz="1400"/>
        </a:p>
      </dgm:t>
    </dgm:pt>
    <dgm:pt modelId="{919A28D1-B677-4723-BDCB-3E87055ABE6D}" type="parTrans" cxnId="{2F82885C-4866-488E-BAC4-0C642C3CE7C7}">
      <dgm:prSet/>
      <dgm:spPr/>
      <dgm:t>
        <a:bodyPr/>
        <a:lstStyle/>
        <a:p>
          <a:endParaRPr lang="en-US"/>
        </a:p>
      </dgm:t>
    </dgm:pt>
    <dgm:pt modelId="{FDB225B4-E378-4A14-B029-995884C66158}" type="sibTrans" cxnId="{2F82885C-4866-488E-BAC4-0C642C3CE7C7}">
      <dgm:prSet/>
      <dgm:spPr/>
      <dgm:t>
        <a:bodyPr/>
        <a:lstStyle/>
        <a:p>
          <a:endParaRPr lang="en-US"/>
        </a:p>
      </dgm:t>
    </dgm:pt>
    <dgm:pt modelId="{C095A00E-AC05-4BED-AD45-16BC71B2DB7E}">
      <dgm:prSet custT="1"/>
      <dgm:spPr/>
      <dgm:t>
        <a:bodyPr/>
        <a:lstStyle/>
        <a:p>
          <a:r>
            <a:rPr lang="es-ES" sz="1400" b="1" dirty="0"/>
            <a:t>USB infectado </a:t>
          </a:r>
          <a:r>
            <a:rPr lang="es-ES" sz="1400" dirty="0"/>
            <a:t>conectado a un equipo </a:t>
          </a:r>
          <a:endParaRPr lang="en-US" sz="1400" dirty="0"/>
        </a:p>
      </dgm:t>
    </dgm:pt>
    <dgm:pt modelId="{6476538A-2AC7-4EE4-97D4-F40A14868AAC}" type="parTrans" cxnId="{3855097C-ABF5-4064-955B-484EDDB273D2}">
      <dgm:prSet/>
      <dgm:spPr/>
      <dgm:t>
        <a:bodyPr/>
        <a:lstStyle/>
        <a:p>
          <a:endParaRPr lang="en-US"/>
        </a:p>
      </dgm:t>
    </dgm:pt>
    <dgm:pt modelId="{4BCE3396-2288-45E7-9421-56D298863B33}" type="sibTrans" cxnId="{3855097C-ABF5-4064-955B-484EDDB273D2}">
      <dgm:prSet/>
      <dgm:spPr/>
      <dgm:t>
        <a:bodyPr/>
        <a:lstStyle/>
        <a:p>
          <a:endParaRPr lang="en-US"/>
        </a:p>
      </dgm:t>
    </dgm:pt>
    <dgm:pt modelId="{BC47DD2D-0C31-4FF3-9B43-08314042090D}">
      <dgm:prSet/>
      <dgm:spPr/>
      <dgm:t>
        <a:bodyPr/>
        <a:lstStyle/>
        <a:p>
          <a:r>
            <a:rPr lang="es-CL" b="1" u="sng"/>
            <a:t>¿Cómo se propago en la empresa?</a:t>
          </a:r>
          <a:endParaRPr lang="en-US"/>
        </a:p>
      </dgm:t>
    </dgm:pt>
    <dgm:pt modelId="{C8D72D8F-5A48-4251-8745-9414249CD299}" type="parTrans" cxnId="{C7E45386-E2B4-4AD8-817F-EEDB5605D331}">
      <dgm:prSet/>
      <dgm:spPr/>
      <dgm:t>
        <a:bodyPr/>
        <a:lstStyle/>
        <a:p>
          <a:endParaRPr lang="en-US"/>
        </a:p>
      </dgm:t>
    </dgm:pt>
    <dgm:pt modelId="{1F12E478-EE96-4A4B-8511-FAF20E974334}" type="sibTrans" cxnId="{C7E45386-E2B4-4AD8-817F-EEDB5605D331}">
      <dgm:prSet/>
      <dgm:spPr/>
      <dgm:t>
        <a:bodyPr/>
        <a:lstStyle/>
        <a:p>
          <a:endParaRPr lang="en-US"/>
        </a:p>
      </dgm:t>
    </dgm:pt>
    <dgm:pt modelId="{99989C7C-8F5E-487C-B312-7B588A5E945C}">
      <dgm:prSet custT="1"/>
      <dgm:spPr/>
      <dgm:t>
        <a:bodyPr/>
        <a:lstStyle/>
        <a:p>
          <a:r>
            <a:rPr lang="es-ES" sz="1200" b="1" dirty="0"/>
            <a:t>Vulnerabilidad Explotada:</a:t>
          </a:r>
          <a:r>
            <a:rPr lang="es-ES" sz="1200" dirty="0"/>
            <a:t> El ataque aprovechó la vulnerabilidad </a:t>
          </a:r>
          <a:r>
            <a:rPr lang="es-ES" sz="1200" b="1" dirty="0" err="1"/>
            <a:t>EternalBlue</a:t>
          </a:r>
          <a:r>
            <a:rPr lang="es-ES" sz="1200" b="1" dirty="0"/>
            <a:t> (MS17-010)</a:t>
          </a:r>
          <a:r>
            <a:rPr lang="es-ES" sz="1200" dirty="0"/>
            <a:t> en el protocolo SMBv1.</a:t>
          </a:r>
          <a:endParaRPr lang="en-US" sz="1200" dirty="0"/>
        </a:p>
      </dgm:t>
    </dgm:pt>
    <dgm:pt modelId="{9B90A30D-5E10-4A43-BAE4-99359DC821AB}" type="parTrans" cxnId="{15433CD5-C313-4083-B97A-DB6511DE3B41}">
      <dgm:prSet/>
      <dgm:spPr/>
      <dgm:t>
        <a:bodyPr/>
        <a:lstStyle/>
        <a:p>
          <a:endParaRPr lang="en-US"/>
        </a:p>
      </dgm:t>
    </dgm:pt>
    <dgm:pt modelId="{646B3F35-E4CC-4D38-9D01-6870F9A27B68}" type="sibTrans" cxnId="{15433CD5-C313-4083-B97A-DB6511DE3B41}">
      <dgm:prSet/>
      <dgm:spPr/>
      <dgm:t>
        <a:bodyPr/>
        <a:lstStyle/>
        <a:p>
          <a:endParaRPr lang="en-US"/>
        </a:p>
      </dgm:t>
    </dgm:pt>
    <dgm:pt modelId="{772DA313-B814-4258-B91D-DCB571F5CABE}">
      <dgm:prSet custT="1"/>
      <dgm:spPr/>
      <dgm:t>
        <a:bodyPr/>
        <a:lstStyle/>
        <a:p>
          <a:r>
            <a:rPr lang="es-ES" sz="1200" b="1" dirty="0"/>
            <a:t>El Factor Windows 10:</a:t>
          </a:r>
          <a:r>
            <a:rPr lang="es-ES" sz="1200" dirty="0"/>
            <a:t> Aunque Windows 10 es más robusto, la infección confirma la </a:t>
          </a:r>
          <a:r>
            <a:rPr lang="es-ES" sz="1200" b="1" dirty="0"/>
            <a:t>ausencia de parches de seguridad críticos</a:t>
          </a:r>
          <a:r>
            <a:rPr lang="es-ES" sz="1200" dirty="0"/>
            <a:t> y actualizaciones en el parque informático.</a:t>
          </a:r>
          <a:endParaRPr lang="en-US" sz="1200" dirty="0"/>
        </a:p>
      </dgm:t>
    </dgm:pt>
    <dgm:pt modelId="{0E237C03-9BC6-4120-A148-13D5C6F2CEFD}" type="parTrans" cxnId="{346D585D-C709-49C4-AAD7-A8E2385D42CB}">
      <dgm:prSet/>
      <dgm:spPr/>
      <dgm:t>
        <a:bodyPr/>
        <a:lstStyle/>
        <a:p>
          <a:endParaRPr lang="en-US"/>
        </a:p>
      </dgm:t>
    </dgm:pt>
    <dgm:pt modelId="{C534508F-F53F-4F18-8349-783B5D08024B}" type="sibTrans" cxnId="{346D585D-C709-49C4-AAD7-A8E2385D42CB}">
      <dgm:prSet/>
      <dgm:spPr/>
      <dgm:t>
        <a:bodyPr/>
        <a:lstStyle/>
        <a:p>
          <a:endParaRPr lang="en-US"/>
        </a:p>
      </dgm:t>
    </dgm:pt>
    <dgm:pt modelId="{546BC486-EDAF-4210-9BBA-1E52B527449D}">
      <dgm:prSet custT="1"/>
      <dgm:spPr/>
      <dgm:t>
        <a:bodyPr/>
        <a:lstStyle/>
        <a:p>
          <a:r>
            <a:rPr lang="es-ES" sz="1200" b="1" dirty="0"/>
            <a:t>Movimiento Lateral:</a:t>
          </a:r>
          <a:r>
            <a:rPr lang="es-ES" sz="1200" dirty="0"/>
            <a:t> Una vez infectado el primer equipo ("Paciente Cero"), el gusano se propagó automáticamente a servidores y estaciones vecinas no parcheadas.</a:t>
          </a:r>
          <a:endParaRPr lang="en-US" sz="1200" dirty="0"/>
        </a:p>
      </dgm:t>
    </dgm:pt>
    <dgm:pt modelId="{FAB80BBE-5CD1-4C13-BC2F-E0BC1C16671D}" type="parTrans" cxnId="{70AB600B-A6F4-4298-8F88-E952EB5D8D54}">
      <dgm:prSet/>
      <dgm:spPr/>
      <dgm:t>
        <a:bodyPr/>
        <a:lstStyle/>
        <a:p>
          <a:endParaRPr lang="en-US"/>
        </a:p>
      </dgm:t>
    </dgm:pt>
    <dgm:pt modelId="{5B873D65-A5D8-4A1A-88FE-ED4DDE798C2E}" type="sibTrans" cxnId="{70AB600B-A6F4-4298-8F88-E952EB5D8D54}">
      <dgm:prSet/>
      <dgm:spPr/>
      <dgm:t>
        <a:bodyPr/>
        <a:lstStyle/>
        <a:p>
          <a:endParaRPr lang="en-US"/>
        </a:p>
      </dgm:t>
    </dgm:pt>
    <dgm:pt modelId="{C3627F04-A942-417C-AFBB-A7A74E18930F}">
      <dgm:prSet/>
      <dgm:spPr/>
      <dgm:t>
        <a:bodyPr/>
        <a:lstStyle/>
        <a:p>
          <a:r>
            <a:rPr lang="es-ES" b="1" u="sng"/>
            <a:t>¿Qué hizo en cada equipo?</a:t>
          </a:r>
          <a:endParaRPr lang="en-US"/>
        </a:p>
      </dgm:t>
    </dgm:pt>
    <dgm:pt modelId="{650D18E4-D9F7-4D07-859A-8627578D8539}" type="parTrans" cxnId="{323D7D79-93B1-4F56-A600-D7E87C703F19}">
      <dgm:prSet/>
      <dgm:spPr/>
      <dgm:t>
        <a:bodyPr/>
        <a:lstStyle/>
        <a:p>
          <a:endParaRPr lang="en-US"/>
        </a:p>
      </dgm:t>
    </dgm:pt>
    <dgm:pt modelId="{DFBCE4C9-361B-42F7-9FFB-369D37CCD848}" type="sibTrans" cxnId="{323D7D79-93B1-4F56-A600-D7E87C703F19}">
      <dgm:prSet/>
      <dgm:spPr/>
      <dgm:t>
        <a:bodyPr/>
        <a:lstStyle/>
        <a:p>
          <a:endParaRPr lang="en-US"/>
        </a:p>
      </dgm:t>
    </dgm:pt>
    <dgm:pt modelId="{42F6EE52-B2DE-449D-B474-75DE32FEE73D}">
      <dgm:prSet/>
      <dgm:spPr/>
      <dgm:t>
        <a:bodyPr/>
        <a:lstStyle/>
        <a:p>
          <a:r>
            <a:rPr lang="es-ES" b="1" dirty="0"/>
            <a:t>Cifrado:</a:t>
          </a:r>
          <a:r>
            <a:rPr lang="es-ES" dirty="0"/>
            <a:t> Secuestro de archivos de usuario con extensiones .WNCRY exigiendo pago en Bitcoin.</a:t>
          </a:r>
          <a:endParaRPr lang="en-US" dirty="0"/>
        </a:p>
      </dgm:t>
    </dgm:pt>
    <dgm:pt modelId="{1E5590FC-9C04-4055-8E6A-CB932295A361}" type="parTrans" cxnId="{B0BB1A44-BCF2-43B7-B014-4D950FF53439}">
      <dgm:prSet/>
      <dgm:spPr/>
      <dgm:t>
        <a:bodyPr/>
        <a:lstStyle/>
        <a:p>
          <a:endParaRPr lang="en-US"/>
        </a:p>
      </dgm:t>
    </dgm:pt>
    <dgm:pt modelId="{CE52DDE7-0302-4DB6-A10E-3BBBEE2E0C80}" type="sibTrans" cxnId="{B0BB1A44-BCF2-43B7-B014-4D950FF53439}">
      <dgm:prSet/>
      <dgm:spPr/>
      <dgm:t>
        <a:bodyPr/>
        <a:lstStyle/>
        <a:p>
          <a:endParaRPr lang="en-US"/>
        </a:p>
      </dgm:t>
    </dgm:pt>
    <dgm:pt modelId="{1F42C552-40ED-4FBD-8D30-D041CAD81B23}">
      <dgm:prSet/>
      <dgm:spPr/>
      <dgm:t>
        <a:bodyPr/>
        <a:lstStyle/>
        <a:p>
          <a:r>
            <a:rPr lang="es-CL" b="1" dirty="0"/>
            <a:t>Fallido</a:t>
          </a:r>
          <a:r>
            <a:rPr lang="es-CL" dirty="0"/>
            <a:t>: Intento desactivar copias de seguridad </a:t>
          </a:r>
          <a:endParaRPr lang="en-US" dirty="0"/>
        </a:p>
      </dgm:t>
    </dgm:pt>
    <dgm:pt modelId="{1AA43BF7-77BF-4C88-8973-CD80EEE2BE37}" type="parTrans" cxnId="{9FA0A1EB-E73A-4E2F-93C5-F2BA6AC8C0E0}">
      <dgm:prSet/>
      <dgm:spPr/>
      <dgm:t>
        <a:bodyPr/>
        <a:lstStyle/>
        <a:p>
          <a:endParaRPr lang="en-US"/>
        </a:p>
      </dgm:t>
    </dgm:pt>
    <dgm:pt modelId="{0CD6D43B-EF78-47E7-A1C8-D10FAC757B72}" type="sibTrans" cxnId="{9FA0A1EB-E73A-4E2F-93C5-F2BA6AC8C0E0}">
      <dgm:prSet/>
      <dgm:spPr/>
      <dgm:t>
        <a:bodyPr/>
        <a:lstStyle/>
        <a:p>
          <a:endParaRPr lang="en-US"/>
        </a:p>
      </dgm:t>
    </dgm:pt>
    <dgm:pt modelId="{43A56A89-0ED5-45D2-A859-B586007176CC}" type="pres">
      <dgm:prSet presAssocID="{7CCD9E25-2012-4355-B19D-EAE1C779D261}" presName="Name0" presStyleCnt="0">
        <dgm:presLayoutVars>
          <dgm:dir/>
          <dgm:animLvl val="lvl"/>
          <dgm:resizeHandles val="exact"/>
        </dgm:presLayoutVars>
      </dgm:prSet>
      <dgm:spPr/>
    </dgm:pt>
    <dgm:pt modelId="{12BF33DC-70D7-48DB-BB54-8D11AC68E741}" type="pres">
      <dgm:prSet presAssocID="{5ADE58EC-F75B-4421-8232-B2C4E3721BAF}" presName="linNode" presStyleCnt="0"/>
      <dgm:spPr/>
    </dgm:pt>
    <dgm:pt modelId="{6534597C-949A-4DC1-B797-60D2E5C5A5AC}" type="pres">
      <dgm:prSet presAssocID="{5ADE58EC-F75B-4421-8232-B2C4E3721BAF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246685DC-64EC-4147-AA9E-AD4253549596}" type="pres">
      <dgm:prSet presAssocID="{5ADE58EC-F75B-4421-8232-B2C4E3721BAF}" presName="descendantText" presStyleLbl="alignAccFollowNode1" presStyleIdx="0" presStyleCnt="3">
        <dgm:presLayoutVars>
          <dgm:bulletEnabled/>
        </dgm:presLayoutVars>
      </dgm:prSet>
      <dgm:spPr/>
    </dgm:pt>
    <dgm:pt modelId="{EC48E0EF-E023-4CAC-962A-9B78A1F9A5F8}" type="pres">
      <dgm:prSet presAssocID="{069D6B3C-5238-44E3-80D6-D781FD241642}" presName="sp" presStyleCnt="0"/>
      <dgm:spPr/>
    </dgm:pt>
    <dgm:pt modelId="{28FE6FFC-40E0-450A-9788-7B35272CCF68}" type="pres">
      <dgm:prSet presAssocID="{BC47DD2D-0C31-4FF3-9B43-08314042090D}" presName="linNode" presStyleCnt="0"/>
      <dgm:spPr/>
    </dgm:pt>
    <dgm:pt modelId="{2C12B64D-2A55-4533-94D5-B910438D4946}" type="pres">
      <dgm:prSet presAssocID="{BC47DD2D-0C31-4FF3-9B43-08314042090D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369B0545-2723-4315-95EC-759810D2A1B4}" type="pres">
      <dgm:prSet presAssocID="{BC47DD2D-0C31-4FF3-9B43-08314042090D}" presName="descendantText" presStyleLbl="alignAccFollowNode1" presStyleIdx="1" presStyleCnt="3">
        <dgm:presLayoutVars>
          <dgm:bulletEnabled/>
        </dgm:presLayoutVars>
      </dgm:prSet>
      <dgm:spPr/>
    </dgm:pt>
    <dgm:pt modelId="{7D462898-0AA2-4F7F-A91A-0D893ED5EB98}" type="pres">
      <dgm:prSet presAssocID="{1F12E478-EE96-4A4B-8511-FAF20E974334}" presName="sp" presStyleCnt="0"/>
      <dgm:spPr/>
    </dgm:pt>
    <dgm:pt modelId="{ACFA5D6B-F6C7-4237-A213-1795BA2A508E}" type="pres">
      <dgm:prSet presAssocID="{C3627F04-A942-417C-AFBB-A7A74E18930F}" presName="linNode" presStyleCnt="0"/>
      <dgm:spPr/>
    </dgm:pt>
    <dgm:pt modelId="{7D0E349E-828C-41BB-8373-540839DD5488}" type="pres">
      <dgm:prSet presAssocID="{C3627F04-A942-417C-AFBB-A7A74E18930F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B0E58082-705E-4F9D-9ADF-FFEBF3872827}" type="pres">
      <dgm:prSet presAssocID="{C3627F04-A942-417C-AFBB-A7A74E18930F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70AB600B-A6F4-4298-8F88-E952EB5D8D54}" srcId="{BC47DD2D-0C31-4FF3-9B43-08314042090D}" destId="{546BC486-EDAF-4210-9BBA-1E52B527449D}" srcOrd="2" destOrd="0" parTransId="{FAB80BBE-5CD1-4C13-BC2F-E0BC1C16671D}" sibTransId="{5B873D65-A5D8-4A1A-88FE-ED4DDE798C2E}"/>
    <dgm:cxn modelId="{5563D720-34D8-4E67-978D-9D1756CF315C}" srcId="{5ADE58EC-F75B-4421-8232-B2C4E3721BAF}" destId="{7942B79C-B69D-4944-BE23-E96EB6F87961}" srcOrd="0" destOrd="0" parTransId="{19E8B4E2-C2D4-4BD6-95F9-D01C0FFD1E4C}" sibTransId="{F24402CC-5387-40B3-98DB-4B1D24F14370}"/>
    <dgm:cxn modelId="{0C20FC2E-971C-4132-83F7-B585CEC06C4D}" type="presOf" srcId="{42F6EE52-B2DE-449D-B474-75DE32FEE73D}" destId="{B0E58082-705E-4F9D-9ADF-FFEBF3872827}" srcOrd="0" destOrd="0" presId="urn:microsoft.com/office/officeart/2016/7/layout/VerticalSolidActionList"/>
    <dgm:cxn modelId="{2F82885C-4866-488E-BAC4-0C642C3CE7C7}" srcId="{5ADE58EC-F75B-4421-8232-B2C4E3721BAF}" destId="{D00517FE-F664-4C31-8383-B73B31689E20}" srcOrd="1" destOrd="0" parTransId="{919A28D1-B677-4723-BDCB-3E87055ABE6D}" sibTransId="{FDB225B4-E378-4A14-B029-995884C66158}"/>
    <dgm:cxn modelId="{346D585D-C709-49C4-AAD7-A8E2385D42CB}" srcId="{BC47DD2D-0C31-4FF3-9B43-08314042090D}" destId="{772DA313-B814-4258-B91D-DCB571F5CABE}" srcOrd="1" destOrd="0" parTransId="{0E237C03-9BC6-4120-A148-13D5C6F2CEFD}" sibTransId="{C534508F-F53F-4F18-8349-783B5D08024B}"/>
    <dgm:cxn modelId="{B0BB1A44-BCF2-43B7-B014-4D950FF53439}" srcId="{C3627F04-A942-417C-AFBB-A7A74E18930F}" destId="{42F6EE52-B2DE-449D-B474-75DE32FEE73D}" srcOrd="0" destOrd="0" parTransId="{1E5590FC-9C04-4055-8E6A-CB932295A361}" sibTransId="{CE52DDE7-0302-4DB6-A10E-3BBBEE2E0C80}"/>
    <dgm:cxn modelId="{1F5EA453-0B8E-4A32-B094-88DBE9E5F8FE}" type="presOf" srcId="{1F42C552-40ED-4FBD-8D30-D041CAD81B23}" destId="{B0E58082-705E-4F9D-9ADF-FFEBF3872827}" srcOrd="0" destOrd="1" presId="urn:microsoft.com/office/officeart/2016/7/layout/VerticalSolidActionList"/>
    <dgm:cxn modelId="{88D9BC56-8353-4A26-BC0D-C7C1341E145D}" type="presOf" srcId="{C3627F04-A942-417C-AFBB-A7A74E18930F}" destId="{7D0E349E-828C-41BB-8373-540839DD5488}" srcOrd="0" destOrd="0" presId="urn:microsoft.com/office/officeart/2016/7/layout/VerticalSolidActionList"/>
    <dgm:cxn modelId="{323D7D79-93B1-4F56-A600-D7E87C703F19}" srcId="{7CCD9E25-2012-4355-B19D-EAE1C779D261}" destId="{C3627F04-A942-417C-AFBB-A7A74E18930F}" srcOrd="2" destOrd="0" parTransId="{650D18E4-D9F7-4D07-859A-8627578D8539}" sibTransId="{DFBCE4C9-361B-42F7-9FFB-369D37CCD848}"/>
    <dgm:cxn modelId="{3855097C-ABF5-4064-955B-484EDDB273D2}" srcId="{5ADE58EC-F75B-4421-8232-B2C4E3721BAF}" destId="{C095A00E-AC05-4BED-AD45-16BC71B2DB7E}" srcOrd="2" destOrd="0" parTransId="{6476538A-2AC7-4EE4-97D4-F40A14868AAC}" sibTransId="{4BCE3396-2288-45E7-9421-56D298863B33}"/>
    <dgm:cxn modelId="{26772E81-E803-4FC0-B37B-0C01FB45061F}" type="presOf" srcId="{BC47DD2D-0C31-4FF3-9B43-08314042090D}" destId="{2C12B64D-2A55-4533-94D5-B910438D4946}" srcOrd="0" destOrd="0" presId="urn:microsoft.com/office/officeart/2016/7/layout/VerticalSolidActionList"/>
    <dgm:cxn modelId="{C7E45386-E2B4-4AD8-817F-EEDB5605D331}" srcId="{7CCD9E25-2012-4355-B19D-EAE1C779D261}" destId="{BC47DD2D-0C31-4FF3-9B43-08314042090D}" srcOrd="1" destOrd="0" parTransId="{C8D72D8F-5A48-4251-8745-9414249CD299}" sibTransId="{1F12E478-EE96-4A4B-8511-FAF20E974334}"/>
    <dgm:cxn modelId="{7305FAB1-2EC4-403D-B75E-1E0C31286F29}" type="presOf" srcId="{D00517FE-F664-4C31-8383-B73B31689E20}" destId="{246685DC-64EC-4147-AA9E-AD4253549596}" srcOrd="0" destOrd="1" presId="urn:microsoft.com/office/officeart/2016/7/layout/VerticalSolidActionList"/>
    <dgm:cxn modelId="{9966ADB2-4A57-4208-BBBE-4AD836110FB9}" type="presOf" srcId="{7CCD9E25-2012-4355-B19D-EAE1C779D261}" destId="{43A56A89-0ED5-45D2-A859-B586007176CC}" srcOrd="0" destOrd="0" presId="urn:microsoft.com/office/officeart/2016/7/layout/VerticalSolidActionList"/>
    <dgm:cxn modelId="{4FE1FDB7-6670-431B-8E20-E52E352E09F1}" type="presOf" srcId="{C095A00E-AC05-4BED-AD45-16BC71B2DB7E}" destId="{246685DC-64EC-4147-AA9E-AD4253549596}" srcOrd="0" destOrd="2" presId="urn:microsoft.com/office/officeart/2016/7/layout/VerticalSolidActionList"/>
    <dgm:cxn modelId="{B2FD06BB-8052-42C3-ADE5-9F98BF7F872C}" type="presOf" srcId="{546BC486-EDAF-4210-9BBA-1E52B527449D}" destId="{369B0545-2723-4315-95EC-759810D2A1B4}" srcOrd="0" destOrd="2" presId="urn:microsoft.com/office/officeart/2016/7/layout/VerticalSolidActionList"/>
    <dgm:cxn modelId="{8ACFF5C1-5B4B-410B-81A7-E522E3471A9C}" type="presOf" srcId="{772DA313-B814-4258-B91D-DCB571F5CABE}" destId="{369B0545-2723-4315-95EC-759810D2A1B4}" srcOrd="0" destOrd="1" presId="urn:microsoft.com/office/officeart/2016/7/layout/VerticalSolidActionList"/>
    <dgm:cxn modelId="{15433CD5-C313-4083-B97A-DB6511DE3B41}" srcId="{BC47DD2D-0C31-4FF3-9B43-08314042090D}" destId="{99989C7C-8F5E-487C-B312-7B588A5E945C}" srcOrd="0" destOrd="0" parTransId="{9B90A30D-5E10-4A43-BAE4-99359DC821AB}" sibTransId="{646B3F35-E4CC-4D38-9D01-6870F9A27B68}"/>
    <dgm:cxn modelId="{FC5981D6-4B83-4D12-95E9-FC58A5C2CE8A}" type="presOf" srcId="{7942B79C-B69D-4944-BE23-E96EB6F87961}" destId="{246685DC-64EC-4147-AA9E-AD4253549596}" srcOrd="0" destOrd="0" presId="urn:microsoft.com/office/officeart/2016/7/layout/VerticalSolidActionList"/>
    <dgm:cxn modelId="{B9BAE5D6-A583-49C9-A0FD-7ADD204C2AA5}" type="presOf" srcId="{99989C7C-8F5E-487C-B312-7B588A5E945C}" destId="{369B0545-2723-4315-95EC-759810D2A1B4}" srcOrd="0" destOrd="0" presId="urn:microsoft.com/office/officeart/2016/7/layout/VerticalSolidActionList"/>
    <dgm:cxn modelId="{9FA0A1EB-E73A-4E2F-93C5-F2BA6AC8C0E0}" srcId="{C3627F04-A942-417C-AFBB-A7A74E18930F}" destId="{1F42C552-40ED-4FBD-8D30-D041CAD81B23}" srcOrd="1" destOrd="0" parTransId="{1AA43BF7-77BF-4C88-8973-CD80EEE2BE37}" sibTransId="{0CD6D43B-EF78-47E7-A1C8-D10FAC757B72}"/>
    <dgm:cxn modelId="{8646BDF4-DD86-456C-9BFA-681418BBE7E9}" srcId="{7CCD9E25-2012-4355-B19D-EAE1C779D261}" destId="{5ADE58EC-F75B-4421-8232-B2C4E3721BAF}" srcOrd="0" destOrd="0" parTransId="{DB6EB618-D6FC-4CEB-BD28-207C36F843F6}" sibTransId="{069D6B3C-5238-44E3-80D6-D781FD241642}"/>
    <dgm:cxn modelId="{F3A0F6FE-F4CF-4FBC-A3B0-0AEFE4D2AD06}" type="presOf" srcId="{5ADE58EC-F75B-4421-8232-B2C4E3721BAF}" destId="{6534597C-949A-4DC1-B797-60D2E5C5A5AC}" srcOrd="0" destOrd="0" presId="urn:microsoft.com/office/officeart/2016/7/layout/VerticalSolidActionList"/>
    <dgm:cxn modelId="{10442D67-887B-4A5A-A0F4-82724C8CFF11}" type="presParOf" srcId="{43A56A89-0ED5-45D2-A859-B586007176CC}" destId="{12BF33DC-70D7-48DB-BB54-8D11AC68E741}" srcOrd="0" destOrd="0" presId="urn:microsoft.com/office/officeart/2016/7/layout/VerticalSolidActionList"/>
    <dgm:cxn modelId="{F920B4C2-ABB3-4AD6-881C-0F6B5DC7595F}" type="presParOf" srcId="{12BF33DC-70D7-48DB-BB54-8D11AC68E741}" destId="{6534597C-949A-4DC1-B797-60D2E5C5A5AC}" srcOrd="0" destOrd="0" presId="urn:microsoft.com/office/officeart/2016/7/layout/VerticalSolidActionList"/>
    <dgm:cxn modelId="{E9F259E6-CD67-490F-AE4C-AEB0FFA07113}" type="presParOf" srcId="{12BF33DC-70D7-48DB-BB54-8D11AC68E741}" destId="{246685DC-64EC-4147-AA9E-AD4253549596}" srcOrd="1" destOrd="0" presId="urn:microsoft.com/office/officeart/2016/7/layout/VerticalSolidActionList"/>
    <dgm:cxn modelId="{7DE44C02-CB8F-4187-9933-DF8785090BDF}" type="presParOf" srcId="{43A56A89-0ED5-45D2-A859-B586007176CC}" destId="{EC48E0EF-E023-4CAC-962A-9B78A1F9A5F8}" srcOrd="1" destOrd="0" presId="urn:microsoft.com/office/officeart/2016/7/layout/VerticalSolidActionList"/>
    <dgm:cxn modelId="{4A38C213-25AA-470A-A9BD-7BE2CC68577C}" type="presParOf" srcId="{43A56A89-0ED5-45D2-A859-B586007176CC}" destId="{28FE6FFC-40E0-450A-9788-7B35272CCF68}" srcOrd="2" destOrd="0" presId="urn:microsoft.com/office/officeart/2016/7/layout/VerticalSolidActionList"/>
    <dgm:cxn modelId="{8567F53B-A48B-464B-954A-0A60F7B15C32}" type="presParOf" srcId="{28FE6FFC-40E0-450A-9788-7B35272CCF68}" destId="{2C12B64D-2A55-4533-94D5-B910438D4946}" srcOrd="0" destOrd="0" presId="urn:microsoft.com/office/officeart/2016/7/layout/VerticalSolidActionList"/>
    <dgm:cxn modelId="{ADE54431-C2C4-4438-A797-62555E67D8B0}" type="presParOf" srcId="{28FE6FFC-40E0-450A-9788-7B35272CCF68}" destId="{369B0545-2723-4315-95EC-759810D2A1B4}" srcOrd="1" destOrd="0" presId="urn:microsoft.com/office/officeart/2016/7/layout/VerticalSolidActionList"/>
    <dgm:cxn modelId="{EF860E4D-3D47-4B33-8A56-B3D9FDB61361}" type="presParOf" srcId="{43A56A89-0ED5-45D2-A859-B586007176CC}" destId="{7D462898-0AA2-4F7F-A91A-0D893ED5EB98}" srcOrd="3" destOrd="0" presId="urn:microsoft.com/office/officeart/2016/7/layout/VerticalSolidActionList"/>
    <dgm:cxn modelId="{7CCE7458-3AD2-4AC3-A4ED-14E8A0BCE5C9}" type="presParOf" srcId="{43A56A89-0ED5-45D2-A859-B586007176CC}" destId="{ACFA5D6B-F6C7-4237-A213-1795BA2A508E}" srcOrd="4" destOrd="0" presId="urn:microsoft.com/office/officeart/2016/7/layout/VerticalSolidActionList"/>
    <dgm:cxn modelId="{89B3901B-40C5-4471-BA02-9C318278394A}" type="presParOf" srcId="{ACFA5D6B-F6C7-4237-A213-1795BA2A508E}" destId="{7D0E349E-828C-41BB-8373-540839DD5488}" srcOrd="0" destOrd="0" presId="urn:microsoft.com/office/officeart/2016/7/layout/VerticalSolidActionList"/>
    <dgm:cxn modelId="{4D819CAA-08D3-46EE-B4B3-0E5DEC222DD9}" type="presParOf" srcId="{ACFA5D6B-F6C7-4237-A213-1795BA2A508E}" destId="{B0E58082-705E-4F9D-9ADF-FFEBF387282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4FBAE6-85CD-44C4-A5E8-2387CD61F40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637B11-1131-4F4D-BB8A-653AFCF4A5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3. </a:t>
          </a:r>
          <a:r>
            <a:rPr lang="en-US" b="1" dirty="0" err="1"/>
            <a:t>Implementación</a:t>
          </a:r>
          <a:r>
            <a:rPr lang="en-US" b="1" dirty="0"/>
            <a:t> de </a:t>
          </a:r>
          <a:r>
            <a:rPr lang="en-US" b="1" dirty="0" err="1"/>
            <a:t>Programa</a:t>
          </a:r>
          <a:endParaRPr lang="en-US" b="1" dirty="0"/>
        </a:p>
      </dgm:t>
    </dgm:pt>
    <dgm:pt modelId="{D58290B1-296D-4486-8468-E83CC6929740}" type="parTrans" cxnId="{1125CBD7-2299-4033-B38C-99D60E0B9B9D}">
      <dgm:prSet/>
      <dgm:spPr/>
      <dgm:t>
        <a:bodyPr/>
        <a:lstStyle/>
        <a:p>
          <a:endParaRPr lang="en-US"/>
        </a:p>
      </dgm:t>
    </dgm:pt>
    <dgm:pt modelId="{B157F994-DE18-467C-BB0C-3DF48C57736A}" type="sibTrans" cxnId="{1125CBD7-2299-4033-B38C-99D60E0B9B9D}">
      <dgm:prSet/>
      <dgm:spPr/>
      <dgm:t>
        <a:bodyPr/>
        <a:lstStyle/>
        <a:p>
          <a:endParaRPr lang="en-US"/>
        </a:p>
      </dgm:t>
    </dgm:pt>
    <dgm:pt modelId="{C038BF91-2C64-4168-BEDB-1150681D3A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Programa</a:t>
          </a:r>
          <a:r>
            <a:rPr lang="en-US" b="1" dirty="0"/>
            <a:t> de Awareness (</a:t>
          </a:r>
          <a:r>
            <a:rPr lang="en-US" b="1" dirty="0" err="1"/>
            <a:t>Concientización</a:t>
          </a:r>
          <a:r>
            <a:rPr lang="en-US" b="1" dirty="0"/>
            <a:t>):</a:t>
          </a:r>
        </a:p>
      </dgm:t>
    </dgm:pt>
    <dgm:pt modelId="{1247A59D-DDF1-46B9-9B79-CCD08C86F3A2}" type="parTrans" cxnId="{707C9526-D527-4445-92BD-7CBF45208E36}">
      <dgm:prSet/>
      <dgm:spPr/>
      <dgm:t>
        <a:bodyPr/>
        <a:lstStyle/>
        <a:p>
          <a:endParaRPr lang="en-US"/>
        </a:p>
      </dgm:t>
    </dgm:pt>
    <dgm:pt modelId="{C5BE9B2F-CD67-401F-B7DC-B84D2AB6919E}" type="sibTrans" cxnId="{707C9526-D527-4445-92BD-7CBF45208E36}">
      <dgm:prSet/>
      <dgm:spPr/>
      <dgm:t>
        <a:bodyPr/>
        <a:lstStyle/>
        <a:p>
          <a:endParaRPr lang="en-US"/>
        </a:p>
      </dgm:t>
    </dgm:pt>
    <dgm:pt modelId="{8C35FECA-20C8-47F8-8C10-FC171CA331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 • </a:t>
          </a:r>
          <a:r>
            <a:rPr lang="en-US" b="0" dirty="0" err="1"/>
            <a:t>Capacitación</a:t>
          </a:r>
          <a:r>
            <a:rPr lang="en-US" b="0" dirty="0"/>
            <a:t> continua a </a:t>
          </a:r>
          <a:r>
            <a:rPr lang="en-US" b="0" dirty="0" err="1"/>
            <a:t>usuarios</a:t>
          </a:r>
          <a:r>
            <a:rPr lang="en-US" b="0" dirty="0"/>
            <a:t> </a:t>
          </a:r>
          <a:r>
            <a:rPr lang="en-US" b="0" dirty="0" err="1"/>
            <a:t>sobre</a:t>
          </a:r>
          <a:r>
            <a:rPr lang="en-US" b="0" dirty="0"/>
            <a:t> Phishing y </a:t>
          </a:r>
          <a:r>
            <a:rPr lang="en-US" b="0" dirty="0" err="1"/>
            <a:t>navegación</a:t>
          </a:r>
          <a:r>
            <a:rPr lang="en-US" b="0" dirty="0"/>
            <a:t> </a:t>
          </a:r>
          <a:r>
            <a:rPr lang="en-US" b="0" dirty="0" err="1"/>
            <a:t>segura</a:t>
          </a:r>
          <a:r>
            <a:rPr lang="en-US" b="0" dirty="0"/>
            <a:t>.</a:t>
          </a:r>
          <a:endParaRPr lang="en-US" dirty="0"/>
        </a:p>
      </dgm:t>
    </dgm:pt>
    <dgm:pt modelId="{B7B9035C-8BB8-41B8-A49C-B0AE2FE6010B}" type="parTrans" cxnId="{D6AC8A29-3F38-4C7D-B3F3-870C72E078A9}">
      <dgm:prSet/>
      <dgm:spPr/>
      <dgm:t>
        <a:bodyPr/>
        <a:lstStyle/>
        <a:p>
          <a:endParaRPr lang="en-US"/>
        </a:p>
      </dgm:t>
    </dgm:pt>
    <dgm:pt modelId="{E7B64286-9229-42ED-87FC-A521C61251A3}" type="sibTrans" cxnId="{D6AC8A29-3F38-4C7D-B3F3-870C72E078A9}">
      <dgm:prSet/>
      <dgm:spPr/>
      <dgm:t>
        <a:bodyPr/>
        <a:lstStyle/>
        <a:p>
          <a:endParaRPr lang="en-US"/>
        </a:p>
      </dgm:t>
    </dgm:pt>
    <dgm:pt modelId="{DEE1B71C-23F5-4241-9B7C-780328B88C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 • </a:t>
          </a:r>
          <a:r>
            <a:rPr lang="en-US" b="0" dirty="0" err="1"/>
            <a:t>Objetivo</a:t>
          </a:r>
          <a:r>
            <a:rPr lang="en-US" b="0" dirty="0"/>
            <a:t>: </a:t>
          </a:r>
          <a:r>
            <a:rPr lang="en-US" b="0" dirty="0" err="1"/>
            <a:t>Convertir</a:t>
          </a:r>
          <a:r>
            <a:rPr lang="en-US" b="0" dirty="0"/>
            <a:t> al </a:t>
          </a:r>
          <a:r>
            <a:rPr lang="en-US" b="0" dirty="0" err="1"/>
            <a:t>usuario</a:t>
          </a:r>
          <a:r>
            <a:rPr lang="en-US" b="0" dirty="0"/>
            <a:t> </a:t>
          </a:r>
          <a:r>
            <a:rPr lang="en-US" b="0" dirty="0" err="1"/>
            <a:t>en</a:t>
          </a:r>
          <a:r>
            <a:rPr lang="en-US" b="0" dirty="0"/>
            <a:t> la </a:t>
          </a:r>
          <a:r>
            <a:rPr lang="en-US" b="0" dirty="0" err="1"/>
            <a:t>primera</a:t>
          </a:r>
          <a:r>
            <a:rPr lang="en-US" b="0" dirty="0"/>
            <a:t> </a:t>
          </a:r>
          <a:r>
            <a:rPr lang="en-US" b="0" dirty="0" err="1"/>
            <a:t>línea</a:t>
          </a:r>
          <a:r>
            <a:rPr lang="en-US" b="0" dirty="0"/>
            <a:t> de </a:t>
          </a:r>
          <a:r>
            <a:rPr lang="en-US" b="0" dirty="0" err="1"/>
            <a:t>defensa</a:t>
          </a:r>
          <a:r>
            <a:rPr lang="en-US" b="0" dirty="0"/>
            <a:t> ("Human Firewall").</a:t>
          </a:r>
          <a:endParaRPr lang="en-US" dirty="0"/>
        </a:p>
      </dgm:t>
    </dgm:pt>
    <dgm:pt modelId="{24598530-F7F7-4E1A-A3E3-2682A4607377}" type="parTrans" cxnId="{71071C10-5714-4DEA-8F09-10DBAC1D560E}">
      <dgm:prSet/>
      <dgm:spPr/>
      <dgm:t>
        <a:bodyPr/>
        <a:lstStyle/>
        <a:p>
          <a:endParaRPr lang="en-US"/>
        </a:p>
      </dgm:t>
    </dgm:pt>
    <dgm:pt modelId="{526B8040-4C6D-4D43-9035-58E3C978CBD5}" type="sibTrans" cxnId="{71071C10-5714-4DEA-8F09-10DBAC1D560E}">
      <dgm:prSet/>
      <dgm:spPr/>
      <dgm:t>
        <a:bodyPr/>
        <a:lstStyle/>
        <a:p>
          <a:endParaRPr lang="en-US"/>
        </a:p>
      </dgm:t>
    </dgm:pt>
    <dgm:pt modelId="{0B0CB33F-3475-41E3-A6B8-30ADED6D22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4. </a:t>
          </a:r>
          <a:r>
            <a:rPr lang="en-US" b="1" dirty="0" err="1"/>
            <a:t>Ejecución</a:t>
          </a:r>
          <a:r>
            <a:rPr lang="en-US" b="1" dirty="0"/>
            <a:t> de </a:t>
          </a:r>
          <a:r>
            <a:rPr lang="en-US" b="1" dirty="0" err="1"/>
            <a:t>Programa</a:t>
          </a:r>
          <a:endParaRPr lang="en-US" b="1" dirty="0"/>
        </a:p>
      </dgm:t>
    </dgm:pt>
    <dgm:pt modelId="{E315A4BD-CF03-4888-B281-CE5905A42E8C}" type="parTrans" cxnId="{DE8DCCB3-2C96-487E-98C3-22F1C6BEB246}">
      <dgm:prSet/>
      <dgm:spPr/>
      <dgm:t>
        <a:bodyPr/>
        <a:lstStyle/>
        <a:p>
          <a:endParaRPr lang="en-US"/>
        </a:p>
      </dgm:t>
    </dgm:pt>
    <dgm:pt modelId="{1C19076E-CBCD-438B-98FD-4E647E717BD3}" type="sibTrans" cxnId="{DE8DCCB3-2C96-487E-98C3-22F1C6BEB246}">
      <dgm:prSet/>
      <dgm:spPr/>
      <dgm:t>
        <a:bodyPr/>
        <a:lstStyle/>
        <a:p>
          <a:endParaRPr lang="en-US"/>
        </a:p>
      </dgm:t>
    </dgm:pt>
    <dgm:pt modelId="{E94C09E3-3434-48C2-BA2B-D1CE6CC6CE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Programa</a:t>
          </a:r>
          <a:r>
            <a:rPr lang="en-US" b="1" dirty="0"/>
            <a:t> de </a:t>
          </a:r>
          <a:r>
            <a:rPr lang="en-US" b="1" dirty="0" err="1"/>
            <a:t>Pentesting</a:t>
          </a:r>
          <a:r>
            <a:rPr lang="en-US" b="1" dirty="0"/>
            <a:t> Semestral</a:t>
          </a:r>
          <a:r>
            <a:rPr lang="en-US" b="0" dirty="0"/>
            <a:t>:</a:t>
          </a:r>
          <a:endParaRPr lang="en-US" dirty="0"/>
        </a:p>
      </dgm:t>
    </dgm:pt>
    <dgm:pt modelId="{BD8BF65D-B3CF-4452-BDE3-E16D987ED333}" type="parTrans" cxnId="{8578B6A6-5112-416E-9926-86B3E5D8E884}">
      <dgm:prSet/>
      <dgm:spPr/>
      <dgm:t>
        <a:bodyPr/>
        <a:lstStyle/>
        <a:p>
          <a:endParaRPr lang="en-US"/>
        </a:p>
      </dgm:t>
    </dgm:pt>
    <dgm:pt modelId="{97E910BB-F70D-4505-848A-319C996821BF}" type="sibTrans" cxnId="{8578B6A6-5112-416E-9926-86B3E5D8E884}">
      <dgm:prSet/>
      <dgm:spPr/>
      <dgm:t>
        <a:bodyPr/>
        <a:lstStyle/>
        <a:p>
          <a:endParaRPr lang="en-US"/>
        </a:p>
      </dgm:t>
    </dgm:pt>
    <dgm:pt modelId="{F541CBF0-A354-4F23-8C08-48EF19A694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 • </a:t>
          </a:r>
          <a:r>
            <a:rPr lang="en-US" b="0" dirty="0" err="1"/>
            <a:t>Ejecución</a:t>
          </a:r>
          <a:r>
            <a:rPr lang="en-US" b="0" dirty="0"/>
            <a:t> de </a:t>
          </a:r>
          <a:r>
            <a:rPr lang="en-US" b="0" dirty="0" err="1"/>
            <a:t>pruebas</a:t>
          </a:r>
          <a:r>
            <a:rPr lang="en-US" b="0" dirty="0"/>
            <a:t> de </a:t>
          </a:r>
          <a:r>
            <a:rPr lang="en-US" b="0" dirty="0" err="1"/>
            <a:t>intrusión</a:t>
          </a:r>
          <a:r>
            <a:rPr lang="en-US" b="0" dirty="0"/>
            <a:t> </a:t>
          </a:r>
          <a:r>
            <a:rPr lang="en-US" b="0" dirty="0" err="1"/>
            <a:t>controladas</a:t>
          </a:r>
          <a:r>
            <a:rPr lang="en-US" b="0" dirty="0"/>
            <a:t> (Ethical Hacking).</a:t>
          </a:r>
          <a:endParaRPr lang="en-US" dirty="0"/>
        </a:p>
      </dgm:t>
    </dgm:pt>
    <dgm:pt modelId="{41F5C224-624E-49B4-BD96-CF90F2E85E38}" type="parTrans" cxnId="{4F745597-E77D-43D3-9ADB-2768FF445635}">
      <dgm:prSet/>
      <dgm:spPr/>
      <dgm:t>
        <a:bodyPr/>
        <a:lstStyle/>
        <a:p>
          <a:endParaRPr lang="en-US"/>
        </a:p>
      </dgm:t>
    </dgm:pt>
    <dgm:pt modelId="{8A8D0B31-D0EF-43CB-AF06-6D6B14FF86FF}" type="sibTrans" cxnId="{4F745597-E77D-43D3-9ADB-2768FF445635}">
      <dgm:prSet/>
      <dgm:spPr/>
      <dgm:t>
        <a:bodyPr/>
        <a:lstStyle/>
        <a:p>
          <a:endParaRPr lang="en-US"/>
        </a:p>
      </dgm:t>
    </dgm:pt>
    <dgm:pt modelId="{AEF2506D-5FCA-41FE-A48B-D150BB9DDB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 • </a:t>
          </a:r>
          <a:r>
            <a:rPr lang="en-US" b="0" dirty="0" err="1"/>
            <a:t>Objetivo</a:t>
          </a:r>
          <a:r>
            <a:rPr lang="en-US" b="0" dirty="0"/>
            <a:t>: </a:t>
          </a:r>
          <a:r>
            <a:rPr lang="en-US" b="0" dirty="0" err="1"/>
            <a:t>Identificar</a:t>
          </a:r>
          <a:r>
            <a:rPr lang="en-US" b="0" dirty="0"/>
            <a:t> </a:t>
          </a:r>
          <a:r>
            <a:rPr lang="en-US" b="0" dirty="0" err="1"/>
            <a:t>vulnerabilidades</a:t>
          </a:r>
          <a:r>
            <a:rPr lang="en-US" b="0" dirty="0"/>
            <a:t> </a:t>
          </a:r>
          <a:r>
            <a:rPr lang="en-US" b="0" dirty="0" err="1"/>
            <a:t>explotables</a:t>
          </a:r>
          <a:r>
            <a:rPr lang="en-US" b="0" dirty="0"/>
            <a:t> (</a:t>
          </a:r>
          <a:r>
            <a:rPr lang="en-US" b="0" dirty="0" err="1"/>
            <a:t>como</a:t>
          </a:r>
          <a:r>
            <a:rPr lang="en-US" b="0" dirty="0"/>
            <a:t> </a:t>
          </a:r>
          <a:r>
            <a:rPr lang="en-US" b="0" dirty="0" err="1"/>
            <a:t>puertos</a:t>
          </a:r>
          <a:r>
            <a:rPr lang="en-US" b="0" dirty="0"/>
            <a:t> SMB </a:t>
          </a:r>
          <a:r>
            <a:rPr lang="en-US" b="0" dirty="0" err="1"/>
            <a:t>abiertos</a:t>
          </a:r>
          <a:r>
            <a:rPr lang="en-US" b="0" dirty="0"/>
            <a:t>) antes </a:t>
          </a:r>
          <a:r>
            <a:rPr lang="en-US" b="0" dirty="0" err="1"/>
            <a:t>que</a:t>
          </a:r>
          <a:r>
            <a:rPr lang="en-US" b="0" dirty="0"/>
            <a:t> </a:t>
          </a:r>
          <a:r>
            <a:rPr lang="en-US" b="0" dirty="0" err="1"/>
            <a:t>los</a:t>
          </a:r>
          <a:r>
            <a:rPr lang="en-US" b="0" dirty="0"/>
            <a:t> </a:t>
          </a:r>
          <a:r>
            <a:rPr lang="en-US" b="0" dirty="0" err="1"/>
            <a:t>atacantes</a:t>
          </a:r>
          <a:r>
            <a:rPr lang="en-US" b="0" dirty="0"/>
            <a:t>.</a:t>
          </a:r>
          <a:endParaRPr lang="en-US" dirty="0"/>
        </a:p>
      </dgm:t>
    </dgm:pt>
    <dgm:pt modelId="{8BDD6A63-0A11-41B6-98E0-772DCE657250}" type="parTrans" cxnId="{7521901D-AA78-43E1-9889-CA1B22A6A54D}">
      <dgm:prSet/>
      <dgm:spPr/>
      <dgm:t>
        <a:bodyPr/>
        <a:lstStyle/>
        <a:p>
          <a:endParaRPr lang="en-US"/>
        </a:p>
      </dgm:t>
    </dgm:pt>
    <dgm:pt modelId="{FF7844A1-8AE7-46ED-8BA1-1C5B6756FAEB}" type="sibTrans" cxnId="{7521901D-AA78-43E1-9889-CA1B22A6A54D}">
      <dgm:prSet/>
      <dgm:spPr/>
      <dgm:t>
        <a:bodyPr/>
        <a:lstStyle/>
        <a:p>
          <a:endParaRPr lang="en-US"/>
        </a:p>
      </dgm:t>
    </dgm:pt>
    <dgm:pt modelId="{0BEC066A-25A7-4F72-B131-D630DB65703B}" type="pres">
      <dgm:prSet presAssocID="{EE4FBAE6-85CD-44C4-A5E8-2387CD61F40B}" presName="root" presStyleCnt="0">
        <dgm:presLayoutVars>
          <dgm:dir/>
          <dgm:resizeHandles val="exact"/>
        </dgm:presLayoutVars>
      </dgm:prSet>
      <dgm:spPr/>
    </dgm:pt>
    <dgm:pt modelId="{F52F636B-2668-4D3B-B40F-4FC16B352361}" type="pres">
      <dgm:prSet presAssocID="{2B637B11-1131-4F4D-BB8A-653AFCF4A550}" presName="compNode" presStyleCnt="0"/>
      <dgm:spPr/>
    </dgm:pt>
    <dgm:pt modelId="{CEA801CA-7914-4D1A-8FD6-340AF8123A7B}" type="pres">
      <dgm:prSet presAssocID="{2B637B11-1131-4F4D-BB8A-653AFCF4A55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268F8E41-AB66-42CB-A60B-F13B85825F8B}" type="pres">
      <dgm:prSet presAssocID="{2B637B11-1131-4F4D-BB8A-653AFCF4A550}" presName="iconSpace" presStyleCnt="0"/>
      <dgm:spPr/>
    </dgm:pt>
    <dgm:pt modelId="{7CDC7100-D4D7-483A-B2EB-536BE4BEC267}" type="pres">
      <dgm:prSet presAssocID="{2B637B11-1131-4F4D-BB8A-653AFCF4A550}" presName="parTx" presStyleLbl="revTx" presStyleIdx="0" presStyleCnt="4">
        <dgm:presLayoutVars>
          <dgm:chMax val="0"/>
          <dgm:chPref val="0"/>
        </dgm:presLayoutVars>
      </dgm:prSet>
      <dgm:spPr/>
    </dgm:pt>
    <dgm:pt modelId="{FBC33B6F-AFEA-45DD-B2D3-8A55AD9B2CAE}" type="pres">
      <dgm:prSet presAssocID="{2B637B11-1131-4F4D-BB8A-653AFCF4A550}" presName="txSpace" presStyleCnt="0"/>
      <dgm:spPr/>
    </dgm:pt>
    <dgm:pt modelId="{2E346C27-82A7-4613-B743-DB5104EB8F6F}" type="pres">
      <dgm:prSet presAssocID="{2B637B11-1131-4F4D-BB8A-653AFCF4A550}" presName="desTx" presStyleLbl="revTx" presStyleIdx="1" presStyleCnt="4">
        <dgm:presLayoutVars/>
      </dgm:prSet>
      <dgm:spPr/>
    </dgm:pt>
    <dgm:pt modelId="{F1D40120-D414-4BC6-96E5-D1E98EC76BC9}" type="pres">
      <dgm:prSet presAssocID="{B157F994-DE18-467C-BB0C-3DF48C57736A}" presName="sibTrans" presStyleCnt="0"/>
      <dgm:spPr/>
    </dgm:pt>
    <dgm:pt modelId="{2DF17B0E-5609-4D70-B64B-75D492214F6E}" type="pres">
      <dgm:prSet presAssocID="{0B0CB33F-3475-41E3-A6B8-30ADED6D220D}" presName="compNode" presStyleCnt="0"/>
      <dgm:spPr/>
    </dgm:pt>
    <dgm:pt modelId="{833F764D-BEE5-465E-B3A7-CF24A81B9786}" type="pres">
      <dgm:prSet presAssocID="{0B0CB33F-3475-41E3-A6B8-30ADED6D22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98B1EDBA-BC7B-4D22-BD02-BF0851097A9D}" type="pres">
      <dgm:prSet presAssocID="{0B0CB33F-3475-41E3-A6B8-30ADED6D220D}" presName="iconSpace" presStyleCnt="0"/>
      <dgm:spPr/>
    </dgm:pt>
    <dgm:pt modelId="{C44160D7-FF47-4DED-97D4-29BAE126AF92}" type="pres">
      <dgm:prSet presAssocID="{0B0CB33F-3475-41E3-A6B8-30ADED6D220D}" presName="parTx" presStyleLbl="revTx" presStyleIdx="2" presStyleCnt="4">
        <dgm:presLayoutVars>
          <dgm:chMax val="0"/>
          <dgm:chPref val="0"/>
        </dgm:presLayoutVars>
      </dgm:prSet>
      <dgm:spPr/>
    </dgm:pt>
    <dgm:pt modelId="{B288D818-7812-48DF-8952-CB0E64799598}" type="pres">
      <dgm:prSet presAssocID="{0B0CB33F-3475-41E3-A6B8-30ADED6D220D}" presName="txSpace" presStyleCnt="0"/>
      <dgm:spPr/>
    </dgm:pt>
    <dgm:pt modelId="{8B5A00A5-FB9A-4DA1-BD16-AE5BFCCE8259}" type="pres">
      <dgm:prSet presAssocID="{0B0CB33F-3475-41E3-A6B8-30ADED6D220D}" presName="desTx" presStyleLbl="revTx" presStyleIdx="3" presStyleCnt="4">
        <dgm:presLayoutVars/>
      </dgm:prSet>
      <dgm:spPr/>
    </dgm:pt>
  </dgm:ptLst>
  <dgm:cxnLst>
    <dgm:cxn modelId="{FB202301-E30B-4996-844D-37FB3323AED2}" type="presOf" srcId="{AEF2506D-5FCA-41FE-A48B-D150BB9DDBE0}" destId="{8B5A00A5-FB9A-4DA1-BD16-AE5BFCCE8259}" srcOrd="0" destOrd="2" presId="urn:microsoft.com/office/officeart/2018/2/layout/IconLabelDescriptionList"/>
    <dgm:cxn modelId="{4CED4C0D-85C2-4675-AFD4-46C82DC76C59}" type="presOf" srcId="{E94C09E3-3434-48C2-BA2B-D1CE6CC6CE3C}" destId="{8B5A00A5-FB9A-4DA1-BD16-AE5BFCCE8259}" srcOrd="0" destOrd="0" presId="urn:microsoft.com/office/officeart/2018/2/layout/IconLabelDescriptionList"/>
    <dgm:cxn modelId="{71071C10-5714-4DEA-8F09-10DBAC1D560E}" srcId="{2B637B11-1131-4F4D-BB8A-653AFCF4A550}" destId="{DEE1B71C-23F5-4241-9B7C-780328B88CF5}" srcOrd="2" destOrd="0" parTransId="{24598530-F7F7-4E1A-A3E3-2682A4607377}" sibTransId="{526B8040-4C6D-4D43-9035-58E3C978CBD5}"/>
    <dgm:cxn modelId="{7521901D-AA78-43E1-9889-CA1B22A6A54D}" srcId="{0B0CB33F-3475-41E3-A6B8-30ADED6D220D}" destId="{AEF2506D-5FCA-41FE-A48B-D150BB9DDBE0}" srcOrd="2" destOrd="0" parTransId="{8BDD6A63-0A11-41B6-98E0-772DCE657250}" sibTransId="{FF7844A1-8AE7-46ED-8BA1-1C5B6756FAEB}"/>
    <dgm:cxn modelId="{707C9526-D527-4445-92BD-7CBF45208E36}" srcId="{2B637B11-1131-4F4D-BB8A-653AFCF4A550}" destId="{C038BF91-2C64-4168-BEDB-1150681D3A72}" srcOrd="0" destOrd="0" parTransId="{1247A59D-DDF1-46B9-9B79-CCD08C86F3A2}" sibTransId="{C5BE9B2F-CD67-401F-B7DC-B84D2AB6919E}"/>
    <dgm:cxn modelId="{D6AC8A29-3F38-4C7D-B3F3-870C72E078A9}" srcId="{2B637B11-1131-4F4D-BB8A-653AFCF4A550}" destId="{8C35FECA-20C8-47F8-8C10-FC171CA33149}" srcOrd="1" destOrd="0" parTransId="{B7B9035C-8BB8-41B8-A49C-B0AE2FE6010B}" sibTransId="{E7B64286-9229-42ED-87FC-A521C61251A3}"/>
    <dgm:cxn modelId="{43920E49-0445-40E7-A2C7-308D263AFDF4}" type="presOf" srcId="{F541CBF0-A354-4F23-8C08-48EF19A694F6}" destId="{8B5A00A5-FB9A-4DA1-BD16-AE5BFCCE8259}" srcOrd="0" destOrd="1" presId="urn:microsoft.com/office/officeart/2018/2/layout/IconLabelDescriptionList"/>
    <dgm:cxn modelId="{818CFC4F-544F-4458-B2D4-18A6DA023673}" type="presOf" srcId="{C038BF91-2C64-4168-BEDB-1150681D3A72}" destId="{2E346C27-82A7-4613-B743-DB5104EB8F6F}" srcOrd="0" destOrd="0" presId="urn:microsoft.com/office/officeart/2018/2/layout/IconLabelDescriptionList"/>
    <dgm:cxn modelId="{2096AC58-3B1A-4B84-BECB-83C42030E3E6}" type="presOf" srcId="{DEE1B71C-23F5-4241-9B7C-780328B88CF5}" destId="{2E346C27-82A7-4613-B743-DB5104EB8F6F}" srcOrd="0" destOrd="2" presId="urn:microsoft.com/office/officeart/2018/2/layout/IconLabelDescriptionList"/>
    <dgm:cxn modelId="{D988B681-5308-4AFC-A8A0-8F772B55859B}" type="presOf" srcId="{8C35FECA-20C8-47F8-8C10-FC171CA33149}" destId="{2E346C27-82A7-4613-B743-DB5104EB8F6F}" srcOrd="0" destOrd="1" presId="urn:microsoft.com/office/officeart/2018/2/layout/IconLabelDescriptionList"/>
    <dgm:cxn modelId="{4F745597-E77D-43D3-9ADB-2768FF445635}" srcId="{0B0CB33F-3475-41E3-A6B8-30ADED6D220D}" destId="{F541CBF0-A354-4F23-8C08-48EF19A694F6}" srcOrd="1" destOrd="0" parTransId="{41F5C224-624E-49B4-BD96-CF90F2E85E38}" sibTransId="{8A8D0B31-D0EF-43CB-AF06-6D6B14FF86FF}"/>
    <dgm:cxn modelId="{8578B6A6-5112-416E-9926-86B3E5D8E884}" srcId="{0B0CB33F-3475-41E3-A6B8-30ADED6D220D}" destId="{E94C09E3-3434-48C2-BA2B-D1CE6CC6CE3C}" srcOrd="0" destOrd="0" parTransId="{BD8BF65D-B3CF-4452-BDE3-E16D987ED333}" sibTransId="{97E910BB-F70D-4505-848A-319C996821BF}"/>
    <dgm:cxn modelId="{DE8DCCB3-2C96-487E-98C3-22F1C6BEB246}" srcId="{EE4FBAE6-85CD-44C4-A5E8-2387CD61F40B}" destId="{0B0CB33F-3475-41E3-A6B8-30ADED6D220D}" srcOrd="1" destOrd="0" parTransId="{E315A4BD-CF03-4888-B281-CE5905A42E8C}" sibTransId="{1C19076E-CBCD-438B-98FD-4E647E717BD3}"/>
    <dgm:cxn modelId="{FABA1EB7-EA14-40E3-8561-9C3877364BFE}" type="presOf" srcId="{EE4FBAE6-85CD-44C4-A5E8-2387CD61F40B}" destId="{0BEC066A-25A7-4F72-B131-D630DB65703B}" srcOrd="0" destOrd="0" presId="urn:microsoft.com/office/officeart/2018/2/layout/IconLabelDescriptionList"/>
    <dgm:cxn modelId="{5E48EFB7-7144-48C5-A3C7-3FA72453C2B0}" type="presOf" srcId="{0B0CB33F-3475-41E3-A6B8-30ADED6D220D}" destId="{C44160D7-FF47-4DED-97D4-29BAE126AF92}" srcOrd="0" destOrd="0" presId="urn:microsoft.com/office/officeart/2018/2/layout/IconLabelDescriptionList"/>
    <dgm:cxn modelId="{183B4FC6-3F84-4B68-AA25-036AAA1B3CF8}" type="presOf" srcId="{2B637B11-1131-4F4D-BB8A-653AFCF4A550}" destId="{7CDC7100-D4D7-483A-B2EB-536BE4BEC267}" srcOrd="0" destOrd="0" presId="urn:microsoft.com/office/officeart/2018/2/layout/IconLabelDescriptionList"/>
    <dgm:cxn modelId="{1125CBD7-2299-4033-B38C-99D60E0B9B9D}" srcId="{EE4FBAE6-85CD-44C4-A5E8-2387CD61F40B}" destId="{2B637B11-1131-4F4D-BB8A-653AFCF4A550}" srcOrd="0" destOrd="0" parTransId="{D58290B1-296D-4486-8468-E83CC6929740}" sibTransId="{B157F994-DE18-467C-BB0C-3DF48C57736A}"/>
    <dgm:cxn modelId="{A075515A-00E7-440D-96C8-B3191BD82236}" type="presParOf" srcId="{0BEC066A-25A7-4F72-B131-D630DB65703B}" destId="{F52F636B-2668-4D3B-B40F-4FC16B352361}" srcOrd="0" destOrd="0" presId="urn:microsoft.com/office/officeart/2018/2/layout/IconLabelDescriptionList"/>
    <dgm:cxn modelId="{5F23D873-6640-4150-81A2-AD0A7707EAD0}" type="presParOf" srcId="{F52F636B-2668-4D3B-B40F-4FC16B352361}" destId="{CEA801CA-7914-4D1A-8FD6-340AF8123A7B}" srcOrd="0" destOrd="0" presId="urn:microsoft.com/office/officeart/2018/2/layout/IconLabelDescriptionList"/>
    <dgm:cxn modelId="{4FA4B633-6EE3-41D5-A1EF-DEB361EE28E0}" type="presParOf" srcId="{F52F636B-2668-4D3B-B40F-4FC16B352361}" destId="{268F8E41-AB66-42CB-A60B-F13B85825F8B}" srcOrd="1" destOrd="0" presId="urn:microsoft.com/office/officeart/2018/2/layout/IconLabelDescriptionList"/>
    <dgm:cxn modelId="{198BBD36-34C6-4F0B-A523-3F55BB1583DB}" type="presParOf" srcId="{F52F636B-2668-4D3B-B40F-4FC16B352361}" destId="{7CDC7100-D4D7-483A-B2EB-536BE4BEC267}" srcOrd="2" destOrd="0" presId="urn:microsoft.com/office/officeart/2018/2/layout/IconLabelDescriptionList"/>
    <dgm:cxn modelId="{C00558DC-3FBF-4EA9-ABC6-857F8BC475AF}" type="presParOf" srcId="{F52F636B-2668-4D3B-B40F-4FC16B352361}" destId="{FBC33B6F-AFEA-45DD-B2D3-8A55AD9B2CAE}" srcOrd="3" destOrd="0" presId="urn:microsoft.com/office/officeart/2018/2/layout/IconLabelDescriptionList"/>
    <dgm:cxn modelId="{142C5FA5-8611-4F71-B2B8-15F529CF9890}" type="presParOf" srcId="{F52F636B-2668-4D3B-B40F-4FC16B352361}" destId="{2E346C27-82A7-4613-B743-DB5104EB8F6F}" srcOrd="4" destOrd="0" presId="urn:microsoft.com/office/officeart/2018/2/layout/IconLabelDescriptionList"/>
    <dgm:cxn modelId="{AB510165-533F-4093-BE88-83D812609DA7}" type="presParOf" srcId="{0BEC066A-25A7-4F72-B131-D630DB65703B}" destId="{F1D40120-D414-4BC6-96E5-D1E98EC76BC9}" srcOrd="1" destOrd="0" presId="urn:microsoft.com/office/officeart/2018/2/layout/IconLabelDescriptionList"/>
    <dgm:cxn modelId="{8626FC77-A00B-49E8-AC6D-0499C6F5D252}" type="presParOf" srcId="{0BEC066A-25A7-4F72-B131-D630DB65703B}" destId="{2DF17B0E-5609-4D70-B64B-75D492214F6E}" srcOrd="2" destOrd="0" presId="urn:microsoft.com/office/officeart/2018/2/layout/IconLabelDescriptionList"/>
    <dgm:cxn modelId="{0491C8A5-EEC6-4883-9E0A-B8BD5388E265}" type="presParOf" srcId="{2DF17B0E-5609-4D70-B64B-75D492214F6E}" destId="{833F764D-BEE5-465E-B3A7-CF24A81B9786}" srcOrd="0" destOrd="0" presId="urn:microsoft.com/office/officeart/2018/2/layout/IconLabelDescriptionList"/>
    <dgm:cxn modelId="{8EF816C1-72F8-4D40-8182-CFCD7381604F}" type="presParOf" srcId="{2DF17B0E-5609-4D70-B64B-75D492214F6E}" destId="{98B1EDBA-BC7B-4D22-BD02-BF0851097A9D}" srcOrd="1" destOrd="0" presId="urn:microsoft.com/office/officeart/2018/2/layout/IconLabelDescriptionList"/>
    <dgm:cxn modelId="{A67D5B4F-C62C-48BE-88C7-F761BD468244}" type="presParOf" srcId="{2DF17B0E-5609-4D70-B64B-75D492214F6E}" destId="{C44160D7-FF47-4DED-97D4-29BAE126AF92}" srcOrd="2" destOrd="0" presId="urn:microsoft.com/office/officeart/2018/2/layout/IconLabelDescriptionList"/>
    <dgm:cxn modelId="{261F3595-F34B-48A3-8EBF-B19193B61061}" type="presParOf" srcId="{2DF17B0E-5609-4D70-B64B-75D492214F6E}" destId="{B288D818-7812-48DF-8952-CB0E64799598}" srcOrd="3" destOrd="0" presId="urn:microsoft.com/office/officeart/2018/2/layout/IconLabelDescriptionList"/>
    <dgm:cxn modelId="{512172F1-6EDC-4902-9A3C-814790D789AB}" type="presParOf" srcId="{2DF17B0E-5609-4D70-B64B-75D492214F6E}" destId="{8B5A00A5-FB9A-4DA1-BD16-AE5BFCCE825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3AA53-DFD1-45C0-B43C-C9D57056E3B2}">
      <dsp:nvSpPr>
        <dsp:cNvPr id="0" name=""/>
        <dsp:cNvSpPr/>
      </dsp:nvSpPr>
      <dsp:spPr>
        <a:xfrm>
          <a:off x="0" y="298943"/>
          <a:ext cx="788670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Nombre: Ransomware.wannacry.exe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Familia: WannaCry / WanaCrypt0r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Entorno de Análisis: Windows 10 Professional (Build 19044)</a:t>
          </a:r>
          <a:endParaRPr lang="en-US" sz="1900" kern="1200"/>
        </a:p>
      </dsp:txBody>
      <dsp:txXfrm>
        <a:off x="0" y="298943"/>
        <a:ext cx="7886700" cy="1436400"/>
      </dsp:txXfrm>
    </dsp:sp>
    <dsp:sp modelId="{A501F7EC-3C6F-484E-855F-A958E2310880}">
      <dsp:nvSpPr>
        <dsp:cNvPr id="0" name=""/>
        <dsp:cNvSpPr/>
      </dsp:nvSpPr>
      <dsp:spPr>
        <a:xfrm>
          <a:off x="394335" y="18503"/>
          <a:ext cx="552069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Identificación de la Muestra:</a:t>
          </a:r>
          <a:endParaRPr lang="en-US" sz="1900" kern="1200"/>
        </a:p>
      </dsp:txBody>
      <dsp:txXfrm>
        <a:off x="421715" y="45883"/>
        <a:ext cx="5465930" cy="506120"/>
      </dsp:txXfrm>
    </dsp:sp>
    <dsp:sp modelId="{6EB82FE0-DB33-4B78-9077-5EE55EB45D1A}">
      <dsp:nvSpPr>
        <dsp:cNvPr id="0" name=""/>
        <dsp:cNvSpPr/>
      </dsp:nvSpPr>
      <dsp:spPr>
        <a:xfrm>
          <a:off x="0" y="2118383"/>
          <a:ext cx="7886700" cy="2214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 dirty="0" err="1"/>
            <a:t>Persistencia</a:t>
          </a:r>
          <a:r>
            <a:rPr lang="en-US" sz="1900" b="0" kern="1200" dirty="0"/>
            <a:t>: El malware se replica y </a:t>
          </a:r>
          <a:r>
            <a:rPr lang="en-US" sz="1900" b="0" kern="1200" dirty="0" err="1"/>
            <a:t>crea</a:t>
          </a:r>
          <a:r>
            <a:rPr lang="en-US" sz="1900" b="0" kern="1200" dirty="0"/>
            <a:t> </a:t>
          </a:r>
          <a:r>
            <a:rPr lang="en-US" sz="1900" b="0" kern="1200" dirty="0" err="1"/>
            <a:t>servicios</a:t>
          </a:r>
          <a:r>
            <a:rPr lang="en-US" sz="1900" b="0" kern="1200" dirty="0"/>
            <a:t> para </a:t>
          </a:r>
          <a:r>
            <a:rPr lang="en-US" sz="1900" b="0" kern="1200" dirty="0" err="1"/>
            <a:t>ejecutarse</a:t>
          </a:r>
          <a:r>
            <a:rPr lang="en-US" sz="1900" b="0" kern="1200" dirty="0"/>
            <a:t> al </a:t>
          </a:r>
          <a:r>
            <a:rPr lang="en-US" sz="1900" b="0" kern="1200" dirty="0" err="1"/>
            <a:t>inicio</a:t>
          </a:r>
          <a:r>
            <a:rPr lang="en-US" sz="1900" b="0" kern="1200" dirty="0"/>
            <a:t>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 dirty="0" err="1"/>
            <a:t>Evasión</a:t>
          </a:r>
          <a:r>
            <a:rPr lang="en-US" sz="1900" b="0" kern="1200" dirty="0"/>
            <a:t>: </a:t>
          </a:r>
          <a:r>
            <a:rPr lang="en-US" sz="1900" b="0" kern="1200" dirty="0" err="1"/>
            <a:t>Inyección</a:t>
          </a:r>
          <a:r>
            <a:rPr lang="en-US" sz="1900" b="0" kern="1200" dirty="0"/>
            <a:t> de </a:t>
          </a:r>
          <a:r>
            <a:rPr lang="en-US" sz="1900" b="0" kern="1200" dirty="0" err="1"/>
            <a:t>código</a:t>
          </a:r>
          <a:r>
            <a:rPr lang="en-US" sz="1900" b="0" kern="1200" dirty="0"/>
            <a:t> </a:t>
          </a:r>
          <a:r>
            <a:rPr lang="en-US" sz="1900" b="0" kern="1200" dirty="0" err="1"/>
            <a:t>en</a:t>
          </a:r>
          <a:r>
            <a:rPr lang="en-US" sz="1900" b="0" kern="1200" dirty="0"/>
            <a:t> </a:t>
          </a:r>
          <a:r>
            <a:rPr lang="en-US" sz="1900" b="0" kern="1200" dirty="0" err="1"/>
            <a:t>procesos</a:t>
          </a:r>
          <a:r>
            <a:rPr lang="en-US" sz="1900" b="0" kern="1200" dirty="0"/>
            <a:t> </a:t>
          </a:r>
          <a:r>
            <a:rPr lang="en-US" sz="1900" b="0" kern="1200" dirty="0" err="1"/>
            <a:t>legítimos</a:t>
          </a:r>
          <a:r>
            <a:rPr lang="en-US" sz="1900" b="0" kern="1200" dirty="0"/>
            <a:t> (svchost.exe, slui.exe) para </a:t>
          </a:r>
          <a:r>
            <a:rPr lang="en-US" sz="1900" b="0" kern="1200" dirty="0" err="1"/>
            <a:t>ocultarse</a:t>
          </a:r>
          <a:r>
            <a:rPr lang="en-US" sz="1900" b="0" kern="1200" dirty="0"/>
            <a:t>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/>
            <a:t>Red: Conexión a dominios 'Killswitch' y escaneo agresivo del puerto 445 (SMB) en la red interna.</a:t>
          </a:r>
          <a:endParaRPr lang="en-US" sz="1900" kern="1200"/>
        </a:p>
      </dsp:txBody>
      <dsp:txXfrm>
        <a:off x="0" y="2118383"/>
        <a:ext cx="7886700" cy="2214450"/>
      </dsp:txXfrm>
    </dsp:sp>
    <dsp:sp modelId="{31EE86E0-1F3B-478D-A75F-1D219DE2E1FE}">
      <dsp:nvSpPr>
        <dsp:cNvPr id="0" name=""/>
        <dsp:cNvSpPr/>
      </dsp:nvSpPr>
      <dsp:spPr>
        <a:xfrm>
          <a:off x="394335" y="1837944"/>
          <a:ext cx="5520690" cy="5608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Comportamiento Detectado (Sandbox):</a:t>
          </a:r>
          <a:endParaRPr lang="en-US" sz="1900" kern="1200"/>
        </a:p>
      </dsp:txBody>
      <dsp:txXfrm>
        <a:off x="421715" y="1865324"/>
        <a:ext cx="5465930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5BFCC-D740-4FBC-A49F-D0FE56814CBD}">
      <dsp:nvSpPr>
        <dsp:cNvPr id="0" name=""/>
        <dsp:cNvSpPr/>
      </dsp:nvSpPr>
      <dsp:spPr>
        <a:xfrm>
          <a:off x="0" y="392555"/>
          <a:ext cx="5036058" cy="834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kern="1200" dirty="0" err="1"/>
            <a:t>Masquerading</a:t>
          </a:r>
          <a:r>
            <a:rPr lang="es-CL" sz="2100" b="1" kern="1200" dirty="0"/>
            <a:t>: </a:t>
          </a:r>
          <a:r>
            <a:rPr lang="es-CL" sz="2100" kern="1200" dirty="0"/>
            <a:t>Suplantación de identidad</a:t>
          </a:r>
          <a:endParaRPr lang="en-US" sz="2100" kern="1200" dirty="0"/>
        </a:p>
      </dsp:txBody>
      <dsp:txXfrm>
        <a:off x="40724" y="433279"/>
        <a:ext cx="4954610" cy="752780"/>
      </dsp:txXfrm>
    </dsp:sp>
    <dsp:sp modelId="{FE7763F3-92AB-42C0-BC38-151F95092971}">
      <dsp:nvSpPr>
        <dsp:cNvPr id="0" name=""/>
        <dsp:cNvSpPr/>
      </dsp:nvSpPr>
      <dsp:spPr>
        <a:xfrm>
          <a:off x="0" y="1287264"/>
          <a:ext cx="5036058" cy="83422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kern="1200" dirty="0" err="1"/>
            <a:t>Query</a:t>
          </a:r>
          <a:r>
            <a:rPr lang="es-CL" sz="2100" b="1" kern="1200" dirty="0"/>
            <a:t> </a:t>
          </a:r>
          <a:r>
            <a:rPr lang="es-CL" sz="2100" b="1" kern="1200" dirty="0" err="1"/>
            <a:t>Registry</a:t>
          </a:r>
          <a:r>
            <a:rPr lang="es-CL" sz="2100" b="1" kern="1200" dirty="0"/>
            <a:t>: </a:t>
          </a:r>
          <a:r>
            <a:rPr lang="es-CL" sz="2100" kern="1200" dirty="0"/>
            <a:t>Consulta de registro para recolectar información</a:t>
          </a:r>
          <a:endParaRPr lang="en-US" sz="2100" kern="1200" dirty="0"/>
        </a:p>
      </dsp:txBody>
      <dsp:txXfrm>
        <a:off x="40724" y="1327988"/>
        <a:ext cx="4954610" cy="752780"/>
      </dsp:txXfrm>
    </dsp:sp>
    <dsp:sp modelId="{A88F0F47-3FBB-467A-BD6B-72FEA1F01390}">
      <dsp:nvSpPr>
        <dsp:cNvPr id="0" name=""/>
        <dsp:cNvSpPr/>
      </dsp:nvSpPr>
      <dsp:spPr>
        <a:xfrm>
          <a:off x="0" y="2181972"/>
          <a:ext cx="5036058" cy="83422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kern="1200" dirty="0" err="1"/>
            <a:t>System</a:t>
          </a:r>
          <a:r>
            <a:rPr lang="es-CL" sz="2100" b="1" kern="1200" dirty="0"/>
            <a:t> </a:t>
          </a:r>
          <a:r>
            <a:rPr lang="es-CL" sz="2100" b="1" kern="1200" dirty="0" err="1"/>
            <a:t>Information</a:t>
          </a:r>
          <a:r>
            <a:rPr lang="es-CL" sz="2100" b="1" kern="1200" dirty="0"/>
            <a:t> Discovery: </a:t>
          </a:r>
          <a:r>
            <a:rPr lang="es-CL" sz="2100" kern="1200" dirty="0"/>
            <a:t>Descubrimiento de información del sistema</a:t>
          </a:r>
          <a:endParaRPr lang="en-US" sz="2100" kern="1200" dirty="0"/>
        </a:p>
      </dsp:txBody>
      <dsp:txXfrm>
        <a:off x="40724" y="2222696"/>
        <a:ext cx="4954610" cy="752780"/>
      </dsp:txXfrm>
    </dsp:sp>
    <dsp:sp modelId="{78F9248E-DD76-4FF6-8B36-F91127D0A1B6}">
      <dsp:nvSpPr>
        <dsp:cNvPr id="0" name=""/>
        <dsp:cNvSpPr/>
      </dsp:nvSpPr>
      <dsp:spPr>
        <a:xfrm>
          <a:off x="0" y="3076680"/>
          <a:ext cx="5036058" cy="83422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b="1" kern="1200" dirty="0" err="1"/>
            <a:t>Exploitation</a:t>
          </a:r>
          <a:r>
            <a:rPr lang="es-CL" sz="2100" b="1" kern="1200" dirty="0"/>
            <a:t> </a:t>
          </a:r>
          <a:r>
            <a:rPr lang="es-CL" sz="2100" b="1" kern="1200" dirty="0" err="1"/>
            <a:t>of</a:t>
          </a:r>
          <a:r>
            <a:rPr lang="es-CL" sz="2100" b="1" kern="1200" dirty="0"/>
            <a:t> Remote </a:t>
          </a:r>
          <a:r>
            <a:rPr lang="es-CL" sz="2100" b="1" kern="1200" dirty="0" err="1"/>
            <a:t>Services</a:t>
          </a:r>
          <a:r>
            <a:rPr lang="es-CL" sz="2100" b="1" kern="1200" dirty="0"/>
            <a:t>: </a:t>
          </a:r>
          <a:r>
            <a:rPr lang="es-CL" sz="2100" kern="1200" dirty="0"/>
            <a:t>uso de </a:t>
          </a:r>
          <a:r>
            <a:rPr lang="es-CL" sz="2100" kern="1200" dirty="0" err="1"/>
            <a:t>EternalBlue</a:t>
          </a:r>
          <a:r>
            <a:rPr lang="es-CL" sz="2100" kern="1200" dirty="0"/>
            <a:t> para propagación</a:t>
          </a:r>
          <a:endParaRPr lang="en-US" sz="2100" kern="1200" dirty="0"/>
        </a:p>
      </dsp:txBody>
      <dsp:txXfrm>
        <a:off x="40724" y="3117404"/>
        <a:ext cx="4954610" cy="752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B77F3-2217-42E2-B6F9-DAA4B885E7AC}">
      <dsp:nvSpPr>
        <dsp:cNvPr id="0" name=""/>
        <dsp:cNvSpPr/>
      </dsp:nvSpPr>
      <dsp:spPr>
        <a:xfrm>
          <a:off x="696676" y="377644"/>
          <a:ext cx="1047331" cy="10473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47B511-D52A-44E9-9F9A-D5A8C0EB74A7}">
      <dsp:nvSpPr>
        <dsp:cNvPr id="0" name=""/>
        <dsp:cNvSpPr/>
      </dsp:nvSpPr>
      <dsp:spPr>
        <a:xfrm>
          <a:off x="56640" y="1757145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1. Vector de </a:t>
          </a:r>
          <a:r>
            <a:rPr lang="en-US" sz="1100" b="1" kern="1200" dirty="0" err="1"/>
            <a:t>Acceso</a:t>
          </a:r>
          <a:r>
            <a:rPr lang="en-US" sz="1100" b="1" kern="1200" dirty="0"/>
            <a:t>: </a:t>
          </a:r>
          <a:r>
            <a:rPr lang="en-US" sz="1100" b="1" kern="1200" dirty="0" err="1"/>
            <a:t>Explotación</a:t>
          </a:r>
          <a:r>
            <a:rPr lang="en-US" sz="1100" b="1" kern="1200" dirty="0"/>
            <a:t> de </a:t>
          </a:r>
          <a:r>
            <a:rPr lang="en-US" sz="1100" b="1" kern="1200" dirty="0" err="1"/>
            <a:t>vulnerabilidad</a:t>
          </a:r>
          <a:r>
            <a:rPr lang="en-US" sz="1100" b="1" kern="1200" dirty="0"/>
            <a:t> </a:t>
          </a:r>
          <a:r>
            <a:rPr lang="en-US" sz="1100" b="1" kern="1200" dirty="0" err="1"/>
            <a:t>EternalBlue</a:t>
          </a:r>
          <a:r>
            <a:rPr lang="en-US" sz="1100" b="1" kern="1200" dirty="0"/>
            <a:t> (MS17-010) </a:t>
          </a:r>
          <a:r>
            <a:rPr lang="en-US" sz="1100" b="1" kern="1200" dirty="0" err="1"/>
            <a:t>en</a:t>
          </a:r>
          <a:r>
            <a:rPr lang="en-US" sz="1100" b="1" kern="1200" dirty="0"/>
            <a:t> </a:t>
          </a:r>
          <a:r>
            <a:rPr lang="en-US" sz="1100" b="1" kern="1200" dirty="0" err="1"/>
            <a:t>el</a:t>
          </a:r>
          <a:r>
            <a:rPr lang="en-US" sz="1100" b="1" kern="1200" dirty="0"/>
            <a:t> </a:t>
          </a:r>
          <a:r>
            <a:rPr lang="en-US" sz="1100" b="1" kern="1200" dirty="0" err="1"/>
            <a:t>protocolo</a:t>
          </a:r>
          <a:r>
            <a:rPr lang="en-US" sz="1100" b="1" kern="1200" dirty="0"/>
            <a:t> SMBv1.</a:t>
          </a:r>
        </a:p>
      </dsp:txBody>
      <dsp:txXfrm>
        <a:off x="56640" y="1757145"/>
        <a:ext cx="2327403" cy="720000"/>
      </dsp:txXfrm>
    </dsp:sp>
    <dsp:sp modelId="{4E993172-C254-4405-B085-17FD719289E8}">
      <dsp:nvSpPr>
        <dsp:cNvPr id="0" name=""/>
        <dsp:cNvSpPr/>
      </dsp:nvSpPr>
      <dsp:spPr>
        <a:xfrm>
          <a:off x="3431375" y="377644"/>
          <a:ext cx="1047331" cy="10473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4487B-E6B9-467F-A87E-71600E46562F}">
      <dsp:nvSpPr>
        <dsp:cNvPr id="0" name=""/>
        <dsp:cNvSpPr/>
      </dsp:nvSpPr>
      <dsp:spPr>
        <a:xfrm>
          <a:off x="2791339" y="1757145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2. </a:t>
          </a:r>
          <a:r>
            <a:rPr lang="en-US" sz="1100" b="1" kern="1200" dirty="0" err="1"/>
            <a:t>Ejecución</a:t>
          </a:r>
          <a:r>
            <a:rPr lang="en-US" sz="1100" b="1" kern="1200" dirty="0"/>
            <a:t>: El malware se </a:t>
          </a:r>
          <a:r>
            <a:rPr lang="en-US" sz="1100" b="1" kern="1200" dirty="0" err="1"/>
            <a:t>camufla</a:t>
          </a:r>
          <a:r>
            <a:rPr lang="en-US" sz="1100" b="1" kern="1200" dirty="0"/>
            <a:t> </a:t>
          </a:r>
          <a:r>
            <a:rPr lang="en-US" sz="1100" b="1" kern="1200" dirty="0" err="1"/>
            <a:t>como</a:t>
          </a:r>
          <a:r>
            <a:rPr lang="en-US" sz="1100" b="1" kern="1200" dirty="0"/>
            <a:t> </a:t>
          </a:r>
          <a:r>
            <a:rPr lang="en-US" sz="1100" b="1" kern="1200" dirty="0" err="1"/>
            <a:t>procesos</a:t>
          </a:r>
          <a:r>
            <a:rPr lang="en-US" sz="1100" b="1" kern="1200" dirty="0"/>
            <a:t> del </a:t>
          </a:r>
          <a:r>
            <a:rPr lang="en-US" sz="1100" b="1" kern="1200" dirty="0" err="1"/>
            <a:t>sistema</a:t>
          </a:r>
          <a:r>
            <a:rPr lang="en-US" sz="1100" b="1" kern="1200" dirty="0"/>
            <a:t> (</a:t>
          </a:r>
          <a:r>
            <a:rPr lang="en-US" sz="1100" b="1" kern="1200" dirty="0" err="1"/>
            <a:t>ej</a:t>
          </a:r>
          <a:r>
            <a:rPr lang="en-US" sz="1100" b="1" kern="1200" dirty="0"/>
            <a:t>. svchost.exe y slui.exe) </a:t>
          </a:r>
          <a:r>
            <a:rPr lang="en-US" sz="1100" b="1" kern="1200" dirty="0" err="1"/>
            <a:t>tras</a:t>
          </a:r>
          <a:r>
            <a:rPr lang="en-US" sz="1100" b="1" kern="1200" dirty="0"/>
            <a:t> la </a:t>
          </a:r>
          <a:r>
            <a:rPr lang="en-US" sz="1100" b="1" kern="1200" dirty="0" err="1"/>
            <a:t>infección</a:t>
          </a:r>
          <a:r>
            <a:rPr lang="en-US" sz="1100" b="1" kern="1200" dirty="0"/>
            <a:t> </a:t>
          </a:r>
          <a:r>
            <a:rPr lang="en-US" sz="1100" b="1" kern="1200" dirty="0" err="1"/>
            <a:t>inicial</a:t>
          </a:r>
          <a:r>
            <a:rPr lang="en-US" sz="1100" b="1" kern="1200" dirty="0"/>
            <a:t>.</a:t>
          </a:r>
        </a:p>
      </dsp:txBody>
      <dsp:txXfrm>
        <a:off x="2791339" y="1757145"/>
        <a:ext cx="2327403" cy="720000"/>
      </dsp:txXfrm>
    </dsp:sp>
    <dsp:sp modelId="{849D07C5-1EC4-4B33-A9BC-55F7C16DD111}">
      <dsp:nvSpPr>
        <dsp:cNvPr id="0" name=""/>
        <dsp:cNvSpPr/>
      </dsp:nvSpPr>
      <dsp:spPr>
        <a:xfrm>
          <a:off x="696676" y="3058995"/>
          <a:ext cx="1047331" cy="10473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10EF8-3784-451F-8F84-1B752C5EE040}">
      <dsp:nvSpPr>
        <dsp:cNvPr id="0" name=""/>
        <dsp:cNvSpPr/>
      </dsp:nvSpPr>
      <dsp:spPr>
        <a:xfrm>
          <a:off x="56640" y="4438496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3. </a:t>
          </a:r>
          <a:r>
            <a:rPr lang="en-US" sz="1100" b="1" kern="1200" dirty="0" err="1"/>
            <a:t>Propagación</a:t>
          </a:r>
          <a:r>
            <a:rPr lang="en-US" sz="1100" b="1" kern="1200" dirty="0"/>
            <a:t> (Worm): </a:t>
          </a:r>
          <a:r>
            <a:rPr lang="en-US" sz="1100" b="1" kern="1200" dirty="0" err="1"/>
            <a:t>Movimiento</a:t>
          </a:r>
          <a:r>
            <a:rPr lang="en-US" sz="1100" b="1" kern="1200" dirty="0"/>
            <a:t> lateral </a:t>
          </a:r>
          <a:r>
            <a:rPr lang="en-US" sz="1100" b="1" kern="1200" dirty="0" err="1"/>
            <a:t>automático</a:t>
          </a:r>
          <a:r>
            <a:rPr lang="en-US" sz="1100" b="1" kern="1200" dirty="0"/>
            <a:t> </a:t>
          </a:r>
          <a:r>
            <a:rPr lang="en-US" sz="1100" b="1" kern="1200" dirty="0" err="1"/>
            <a:t>buscando</a:t>
          </a:r>
          <a:r>
            <a:rPr lang="en-US" sz="1100" b="1" kern="1200" dirty="0"/>
            <a:t> </a:t>
          </a:r>
          <a:r>
            <a:rPr lang="en-US" sz="1100" b="1" kern="1200" dirty="0" err="1"/>
            <a:t>equipos</a:t>
          </a:r>
          <a:r>
            <a:rPr lang="en-US" sz="1100" b="1" kern="1200" dirty="0"/>
            <a:t> no </a:t>
          </a:r>
          <a:r>
            <a:rPr lang="en-US" sz="1100" b="1" kern="1200" dirty="0" err="1"/>
            <a:t>parcheados</a:t>
          </a:r>
          <a:r>
            <a:rPr lang="en-US" sz="1100" b="1" kern="1200" dirty="0"/>
            <a:t> (Windows 7 y Windows 10 </a:t>
          </a:r>
          <a:r>
            <a:rPr lang="en-US" sz="1100" b="1" kern="1200" dirty="0" err="1"/>
            <a:t>desactualizados</a:t>
          </a:r>
          <a:r>
            <a:rPr lang="en-US" sz="1100" b="1" kern="1200" dirty="0"/>
            <a:t>).</a:t>
          </a:r>
        </a:p>
      </dsp:txBody>
      <dsp:txXfrm>
        <a:off x="56640" y="4438496"/>
        <a:ext cx="2327403" cy="720000"/>
      </dsp:txXfrm>
    </dsp:sp>
    <dsp:sp modelId="{FF87A824-A836-4638-9A94-11EE5FC0E548}">
      <dsp:nvSpPr>
        <dsp:cNvPr id="0" name=""/>
        <dsp:cNvSpPr/>
      </dsp:nvSpPr>
      <dsp:spPr>
        <a:xfrm>
          <a:off x="3431375" y="3058995"/>
          <a:ext cx="1047331" cy="10473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6B783-5B4F-4322-8451-FC4333F31E17}">
      <dsp:nvSpPr>
        <dsp:cNvPr id="0" name=""/>
        <dsp:cNvSpPr/>
      </dsp:nvSpPr>
      <dsp:spPr>
        <a:xfrm>
          <a:off x="2791339" y="4438496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4. Impacto Final: </a:t>
          </a:r>
          <a:r>
            <a:rPr lang="en-US" sz="1100" b="1" kern="1200" dirty="0" err="1"/>
            <a:t>Cifrado</a:t>
          </a:r>
          <a:r>
            <a:rPr lang="en-US" sz="1100" b="1" kern="1200" dirty="0"/>
            <a:t> de </a:t>
          </a:r>
          <a:r>
            <a:rPr lang="en-US" sz="1100" b="1" kern="1200" dirty="0" err="1"/>
            <a:t>archivos</a:t>
          </a:r>
          <a:r>
            <a:rPr lang="en-US" sz="1100" b="1" kern="1200" dirty="0"/>
            <a:t> de </a:t>
          </a:r>
          <a:r>
            <a:rPr lang="en-US" sz="1100" b="1" kern="1200" dirty="0" err="1"/>
            <a:t>usuario</a:t>
          </a:r>
          <a:r>
            <a:rPr lang="en-US" sz="1100" b="1" kern="1200" dirty="0"/>
            <a:t> y </a:t>
          </a:r>
          <a:r>
            <a:rPr lang="en-US" sz="1100" b="1" kern="1200" dirty="0" err="1"/>
            <a:t>solicitud</a:t>
          </a:r>
          <a:r>
            <a:rPr lang="en-US" sz="1100" b="1" kern="1200" dirty="0"/>
            <a:t> de </a:t>
          </a:r>
          <a:r>
            <a:rPr lang="en-US" sz="1100" b="1" kern="1200" dirty="0" err="1"/>
            <a:t>rescate</a:t>
          </a:r>
          <a:r>
            <a:rPr lang="en-US" sz="1100" b="1" kern="1200" dirty="0"/>
            <a:t> </a:t>
          </a:r>
          <a:r>
            <a:rPr lang="en-US" sz="1100" b="1" kern="1200" dirty="0" err="1"/>
            <a:t>en</a:t>
          </a:r>
          <a:r>
            <a:rPr lang="en-US" sz="1100" b="1" kern="1200" dirty="0"/>
            <a:t> </a:t>
          </a:r>
          <a:r>
            <a:rPr lang="en-US" sz="1100" b="1" kern="1200" dirty="0" err="1"/>
            <a:t>criptomonedas</a:t>
          </a:r>
          <a:r>
            <a:rPr lang="en-US" sz="1100" b="1" kern="1200" dirty="0"/>
            <a:t>.</a:t>
          </a:r>
        </a:p>
      </dsp:txBody>
      <dsp:txXfrm>
        <a:off x="2791339" y="4438496"/>
        <a:ext cx="2327403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685DC-64EC-4147-AA9E-AD4253549596}">
      <dsp:nvSpPr>
        <dsp:cNvPr id="0" name=""/>
        <dsp:cNvSpPr/>
      </dsp:nvSpPr>
      <dsp:spPr>
        <a:xfrm>
          <a:off x="1007211" y="1732"/>
          <a:ext cx="4028846" cy="17757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" tIns="451046" rIns="78171" bIns="4510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Correo electrónico </a:t>
          </a:r>
          <a:r>
            <a:rPr lang="es-ES" sz="1400" kern="1200" dirty="0"/>
            <a:t>con archivo adjunto malicioso 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/>
            <a:t>Descarga involuntaria </a:t>
          </a:r>
          <a:r>
            <a:rPr lang="es-CL" sz="1400" kern="1200"/>
            <a:t>desde internet 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USB infectado </a:t>
          </a:r>
          <a:r>
            <a:rPr lang="es-ES" sz="1400" kern="1200" dirty="0"/>
            <a:t>conectado a un equipo </a:t>
          </a:r>
          <a:endParaRPr lang="en-US" sz="1400" kern="1200" dirty="0"/>
        </a:p>
      </dsp:txBody>
      <dsp:txXfrm>
        <a:off x="1007211" y="1732"/>
        <a:ext cx="4028846" cy="1775772"/>
      </dsp:txXfrm>
    </dsp:sp>
    <dsp:sp modelId="{6534597C-949A-4DC1-B797-60D2E5C5A5AC}">
      <dsp:nvSpPr>
        <dsp:cNvPr id="0" name=""/>
        <dsp:cNvSpPr/>
      </dsp:nvSpPr>
      <dsp:spPr>
        <a:xfrm>
          <a:off x="0" y="1732"/>
          <a:ext cx="1007211" cy="17757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98" tIns="175407" rIns="53298" bIns="17540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b="1" u="sng" kern="1200"/>
            <a:t>¿Cómo entró el malware? </a:t>
          </a:r>
          <a:endParaRPr lang="en-US" sz="1700" kern="1200"/>
        </a:p>
      </dsp:txBody>
      <dsp:txXfrm>
        <a:off x="0" y="1732"/>
        <a:ext cx="1007211" cy="1775772"/>
      </dsp:txXfrm>
    </dsp:sp>
    <dsp:sp modelId="{369B0545-2723-4315-95EC-759810D2A1B4}">
      <dsp:nvSpPr>
        <dsp:cNvPr id="0" name=""/>
        <dsp:cNvSpPr/>
      </dsp:nvSpPr>
      <dsp:spPr>
        <a:xfrm>
          <a:off x="1007211" y="1884050"/>
          <a:ext cx="4028846" cy="17757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" tIns="451046" rIns="78171" bIns="45104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/>
            <a:t>Vulnerabilidad Explotada:</a:t>
          </a:r>
          <a:r>
            <a:rPr lang="es-ES" sz="1200" kern="1200" dirty="0"/>
            <a:t> El ataque aprovechó la vulnerabilidad </a:t>
          </a:r>
          <a:r>
            <a:rPr lang="es-ES" sz="1200" b="1" kern="1200" dirty="0" err="1"/>
            <a:t>EternalBlue</a:t>
          </a:r>
          <a:r>
            <a:rPr lang="es-ES" sz="1200" b="1" kern="1200" dirty="0"/>
            <a:t> (MS17-010)</a:t>
          </a:r>
          <a:r>
            <a:rPr lang="es-ES" sz="1200" kern="1200" dirty="0"/>
            <a:t> en el protocolo SMBv1.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/>
            <a:t>El Factor Windows 10:</a:t>
          </a:r>
          <a:r>
            <a:rPr lang="es-ES" sz="1200" kern="1200" dirty="0"/>
            <a:t> Aunque Windows 10 es más robusto, la infección confirma la </a:t>
          </a:r>
          <a:r>
            <a:rPr lang="es-ES" sz="1200" b="1" kern="1200" dirty="0"/>
            <a:t>ausencia de parches de seguridad críticos</a:t>
          </a:r>
          <a:r>
            <a:rPr lang="es-ES" sz="1200" kern="1200" dirty="0"/>
            <a:t> y actualizaciones en el parque informático.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/>
            <a:t>Movimiento Lateral:</a:t>
          </a:r>
          <a:r>
            <a:rPr lang="es-ES" sz="1200" kern="1200" dirty="0"/>
            <a:t> Una vez infectado el primer equipo ("Paciente Cero"), el gusano se propagó automáticamente a servidores y estaciones vecinas no parcheadas.</a:t>
          </a:r>
          <a:endParaRPr lang="en-US" sz="1200" kern="1200" dirty="0"/>
        </a:p>
      </dsp:txBody>
      <dsp:txXfrm>
        <a:off x="1007211" y="1884050"/>
        <a:ext cx="4028846" cy="1775772"/>
      </dsp:txXfrm>
    </dsp:sp>
    <dsp:sp modelId="{2C12B64D-2A55-4533-94D5-B910438D4946}">
      <dsp:nvSpPr>
        <dsp:cNvPr id="0" name=""/>
        <dsp:cNvSpPr/>
      </dsp:nvSpPr>
      <dsp:spPr>
        <a:xfrm>
          <a:off x="0" y="1884050"/>
          <a:ext cx="1007211" cy="17757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98" tIns="175407" rIns="53298" bIns="17540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b="1" u="sng" kern="1200"/>
            <a:t>¿Cómo se propago en la empresa?</a:t>
          </a:r>
          <a:endParaRPr lang="en-US" sz="1700" kern="1200"/>
        </a:p>
      </dsp:txBody>
      <dsp:txXfrm>
        <a:off x="0" y="1884050"/>
        <a:ext cx="1007211" cy="1775772"/>
      </dsp:txXfrm>
    </dsp:sp>
    <dsp:sp modelId="{B0E58082-705E-4F9D-9ADF-FFEBF3872827}">
      <dsp:nvSpPr>
        <dsp:cNvPr id="0" name=""/>
        <dsp:cNvSpPr/>
      </dsp:nvSpPr>
      <dsp:spPr>
        <a:xfrm>
          <a:off x="1007211" y="3766369"/>
          <a:ext cx="4028846" cy="17757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" tIns="451046" rIns="78171" bIns="4510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Cifrado:</a:t>
          </a:r>
          <a:r>
            <a:rPr lang="es-ES" sz="1400" kern="1200" dirty="0"/>
            <a:t> Secuestro de archivos de usuario con extensiones .WNCRY exigiendo pago en Bitcoin.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Fallido</a:t>
          </a:r>
          <a:r>
            <a:rPr lang="es-CL" sz="1400" kern="1200" dirty="0"/>
            <a:t>: Intento desactivar copias de seguridad </a:t>
          </a:r>
          <a:endParaRPr lang="en-US" sz="1400" kern="1200" dirty="0"/>
        </a:p>
      </dsp:txBody>
      <dsp:txXfrm>
        <a:off x="1007211" y="3766369"/>
        <a:ext cx="4028846" cy="1775772"/>
      </dsp:txXfrm>
    </dsp:sp>
    <dsp:sp modelId="{7D0E349E-828C-41BB-8373-540839DD5488}">
      <dsp:nvSpPr>
        <dsp:cNvPr id="0" name=""/>
        <dsp:cNvSpPr/>
      </dsp:nvSpPr>
      <dsp:spPr>
        <a:xfrm>
          <a:off x="0" y="3766369"/>
          <a:ext cx="1007211" cy="17757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298" tIns="175407" rIns="53298" bIns="17540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u="sng" kern="1200"/>
            <a:t>¿Qué hizo en cada equipo?</a:t>
          </a:r>
          <a:endParaRPr lang="en-US" sz="1700" kern="1200"/>
        </a:p>
      </dsp:txBody>
      <dsp:txXfrm>
        <a:off x="0" y="3766369"/>
        <a:ext cx="1007211" cy="17757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801CA-7914-4D1A-8FD6-340AF8123A7B}">
      <dsp:nvSpPr>
        <dsp:cNvPr id="0" name=""/>
        <dsp:cNvSpPr/>
      </dsp:nvSpPr>
      <dsp:spPr>
        <a:xfrm>
          <a:off x="2351" y="316494"/>
          <a:ext cx="1268367" cy="1268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C7100-D4D7-483A-B2EB-536BE4BEC267}">
      <dsp:nvSpPr>
        <dsp:cNvPr id="0" name=""/>
        <dsp:cNvSpPr/>
      </dsp:nvSpPr>
      <dsp:spPr>
        <a:xfrm>
          <a:off x="2351" y="1745017"/>
          <a:ext cx="3623906" cy="54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 dirty="0"/>
            <a:t>3. </a:t>
          </a:r>
          <a:r>
            <a:rPr lang="en-US" sz="2100" b="1" kern="1200" dirty="0" err="1"/>
            <a:t>Implementación</a:t>
          </a:r>
          <a:r>
            <a:rPr lang="en-US" sz="2100" b="1" kern="1200" dirty="0"/>
            <a:t> de </a:t>
          </a:r>
          <a:r>
            <a:rPr lang="en-US" sz="2100" b="1" kern="1200" dirty="0" err="1"/>
            <a:t>Programa</a:t>
          </a:r>
          <a:endParaRPr lang="en-US" sz="2100" b="1" kern="1200" dirty="0"/>
        </a:p>
      </dsp:txBody>
      <dsp:txXfrm>
        <a:off x="2351" y="1745017"/>
        <a:ext cx="3623906" cy="543585"/>
      </dsp:txXfrm>
    </dsp:sp>
    <dsp:sp modelId="{2E346C27-82A7-4613-B743-DB5104EB8F6F}">
      <dsp:nvSpPr>
        <dsp:cNvPr id="0" name=""/>
        <dsp:cNvSpPr/>
      </dsp:nvSpPr>
      <dsp:spPr>
        <a:xfrm>
          <a:off x="2351" y="2363093"/>
          <a:ext cx="3623906" cy="1677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Programa</a:t>
          </a:r>
          <a:r>
            <a:rPr lang="en-US" sz="1600" b="1" kern="1200" dirty="0"/>
            <a:t> de Awareness (</a:t>
          </a:r>
          <a:r>
            <a:rPr lang="en-US" sz="1600" b="1" kern="1200" dirty="0" err="1"/>
            <a:t>Concientización</a:t>
          </a:r>
          <a:r>
            <a:rPr lang="en-US" sz="1600" b="1" kern="1200" dirty="0"/>
            <a:t>):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 • </a:t>
          </a:r>
          <a:r>
            <a:rPr lang="en-US" sz="1600" b="0" kern="1200" dirty="0" err="1"/>
            <a:t>Capacitación</a:t>
          </a:r>
          <a:r>
            <a:rPr lang="en-US" sz="1600" b="0" kern="1200" dirty="0"/>
            <a:t> continua a </a:t>
          </a:r>
          <a:r>
            <a:rPr lang="en-US" sz="1600" b="0" kern="1200" dirty="0" err="1"/>
            <a:t>usuarios</a:t>
          </a:r>
          <a:r>
            <a:rPr lang="en-US" sz="1600" b="0" kern="1200" dirty="0"/>
            <a:t> </a:t>
          </a:r>
          <a:r>
            <a:rPr lang="en-US" sz="1600" b="0" kern="1200" dirty="0" err="1"/>
            <a:t>sobre</a:t>
          </a:r>
          <a:r>
            <a:rPr lang="en-US" sz="1600" b="0" kern="1200" dirty="0"/>
            <a:t> Phishing y </a:t>
          </a:r>
          <a:r>
            <a:rPr lang="en-US" sz="1600" b="0" kern="1200" dirty="0" err="1"/>
            <a:t>navegación</a:t>
          </a:r>
          <a:r>
            <a:rPr lang="en-US" sz="1600" b="0" kern="1200" dirty="0"/>
            <a:t> </a:t>
          </a:r>
          <a:r>
            <a:rPr lang="en-US" sz="1600" b="0" kern="1200" dirty="0" err="1"/>
            <a:t>segura</a:t>
          </a:r>
          <a:r>
            <a:rPr lang="en-US" sz="1600" b="0" kern="1200" dirty="0"/>
            <a:t>.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 • </a:t>
          </a:r>
          <a:r>
            <a:rPr lang="en-US" sz="1600" b="0" kern="1200" dirty="0" err="1"/>
            <a:t>Objetivo</a:t>
          </a:r>
          <a:r>
            <a:rPr lang="en-US" sz="1600" b="0" kern="1200" dirty="0"/>
            <a:t>: </a:t>
          </a:r>
          <a:r>
            <a:rPr lang="en-US" sz="1600" b="0" kern="1200" dirty="0" err="1"/>
            <a:t>Convertir</a:t>
          </a:r>
          <a:r>
            <a:rPr lang="en-US" sz="1600" b="0" kern="1200" dirty="0"/>
            <a:t> al </a:t>
          </a:r>
          <a:r>
            <a:rPr lang="en-US" sz="1600" b="0" kern="1200" dirty="0" err="1"/>
            <a:t>usuario</a:t>
          </a:r>
          <a:r>
            <a:rPr lang="en-US" sz="1600" b="0" kern="1200" dirty="0"/>
            <a:t> </a:t>
          </a:r>
          <a:r>
            <a:rPr lang="en-US" sz="1600" b="0" kern="1200" dirty="0" err="1"/>
            <a:t>en</a:t>
          </a:r>
          <a:r>
            <a:rPr lang="en-US" sz="1600" b="0" kern="1200" dirty="0"/>
            <a:t> la </a:t>
          </a:r>
          <a:r>
            <a:rPr lang="en-US" sz="1600" b="0" kern="1200" dirty="0" err="1"/>
            <a:t>primera</a:t>
          </a:r>
          <a:r>
            <a:rPr lang="en-US" sz="1600" b="0" kern="1200" dirty="0"/>
            <a:t> </a:t>
          </a:r>
          <a:r>
            <a:rPr lang="en-US" sz="1600" b="0" kern="1200" dirty="0" err="1"/>
            <a:t>línea</a:t>
          </a:r>
          <a:r>
            <a:rPr lang="en-US" sz="1600" b="0" kern="1200" dirty="0"/>
            <a:t> de </a:t>
          </a:r>
          <a:r>
            <a:rPr lang="en-US" sz="1600" b="0" kern="1200" dirty="0" err="1"/>
            <a:t>defensa</a:t>
          </a:r>
          <a:r>
            <a:rPr lang="en-US" sz="1600" b="0" kern="1200" dirty="0"/>
            <a:t> ("Human Firewall").</a:t>
          </a:r>
          <a:endParaRPr lang="en-US" sz="1600" kern="1200" dirty="0"/>
        </a:p>
      </dsp:txBody>
      <dsp:txXfrm>
        <a:off x="2351" y="2363093"/>
        <a:ext cx="3623906" cy="1677935"/>
      </dsp:txXfrm>
    </dsp:sp>
    <dsp:sp modelId="{833F764D-BEE5-465E-B3A7-CF24A81B9786}">
      <dsp:nvSpPr>
        <dsp:cNvPr id="0" name=""/>
        <dsp:cNvSpPr/>
      </dsp:nvSpPr>
      <dsp:spPr>
        <a:xfrm>
          <a:off x="4260441" y="316494"/>
          <a:ext cx="1268367" cy="1268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160D7-FF47-4DED-97D4-29BAE126AF92}">
      <dsp:nvSpPr>
        <dsp:cNvPr id="0" name=""/>
        <dsp:cNvSpPr/>
      </dsp:nvSpPr>
      <dsp:spPr>
        <a:xfrm>
          <a:off x="4260441" y="1745017"/>
          <a:ext cx="3623906" cy="54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kern="1200" dirty="0"/>
            <a:t>4. </a:t>
          </a:r>
          <a:r>
            <a:rPr lang="en-US" sz="2100" b="1" kern="1200" dirty="0" err="1"/>
            <a:t>Ejecución</a:t>
          </a:r>
          <a:r>
            <a:rPr lang="en-US" sz="2100" b="1" kern="1200" dirty="0"/>
            <a:t> de </a:t>
          </a:r>
          <a:r>
            <a:rPr lang="en-US" sz="2100" b="1" kern="1200" dirty="0" err="1"/>
            <a:t>Programa</a:t>
          </a:r>
          <a:endParaRPr lang="en-US" sz="2100" b="1" kern="1200" dirty="0"/>
        </a:p>
      </dsp:txBody>
      <dsp:txXfrm>
        <a:off x="4260441" y="1745017"/>
        <a:ext cx="3623906" cy="543585"/>
      </dsp:txXfrm>
    </dsp:sp>
    <dsp:sp modelId="{8B5A00A5-FB9A-4DA1-BD16-AE5BFCCE8259}">
      <dsp:nvSpPr>
        <dsp:cNvPr id="0" name=""/>
        <dsp:cNvSpPr/>
      </dsp:nvSpPr>
      <dsp:spPr>
        <a:xfrm>
          <a:off x="4260441" y="2363093"/>
          <a:ext cx="3623906" cy="1677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Programa</a:t>
          </a:r>
          <a:r>
            <a:rPr lang="en-US" sz="1600" b="1" kern="1200" dirty="0"/>
            <a:t> de </a:t>
          </a:r>
          <a:r>
            <a:rPr lang="en-US" sz="1600" b="1" kern="1200" dirty="0" err="1"/>
            <a:t>Pentesting</a:t>
          </a:r>
          <a:r>
            <a:rPr lang="en-US" sz="1600" b="1" kern="1200" dirty="0"/>
            <a:t> Semestral</a:t>
          </a:r>
          <a:r>
            <a:rPr lang="en-US" sz="1600" b="0" kern="1200" dirty="0"/>
            <a:t>: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 • </a:t>
          </a:r>
          <a:r>
            <a:rPr lang="en-US" sz="1600" b="0" kern="1200" dirty="0" err="1"/>
            <a:t>Ejecución</a:t>
          </a:r>
          <a:r>
            <a:rPr lang="en-US" sz="1600" b="0" kern="1200" dirty="0"/>
            <a:t> de </a:t>
          </a:r>
          <a:r>
            <a:rPr lang="en-US" sz="1600" b="0" kern="1200" dirty="0" err="1"/>
            <a:t>pruebas</a:t>
          </a:r>
          <a:r>
            <a:rPr lang="en-US" sz="1600" b="0" kern="1200" dirty="0"/>
            <a:t> de </a:t>
          </a:r>
          <a:r>
            <a:rPr lang="en-US" sz="1600" b="0" kern="1200" dirty="0" err="1"/>
            <a:t>intrusión</a:t>
          </a:r>
          <a:r>
            <a:rPr lang="en-US" sz="1600" b="0" kern="1200" dirty="0"/>
            <a:t> </a:t>
          </a:r>
          <a:r>
            <a:rPr lang="en-US" sz="1600" b="0" kern="1200" dirty="0" err="1"/>
            <a:t>controladas</a:t>
          </a:r>
          <a:r>
            <a:rPr lang="en-US" sz="1600" b="0" kern="1200" dirty="0"/>
            <a:t> (Ethical Hacking).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 • </a:t>
          </a:r>
          <a:r>
            <a:rPr lang="en-US" sz="1600" b="0" kern="1200" dirty="0" err="1"/>
            <a:t>Objetivo</a:t>
          </a:r>
          <a:r>
            <a:rPr lang="en-US" sz="1600" b="0" kern="1200" dirty="0"/>
            <a:t>: </a:t>
          </a:r>
          <a:r>
            <a:rPr lang="en-US" sz="1600" b="0" kern="1200" dirty="0" err="1"/>
            <a:t>Identificar</a:t>
          </a:r>
          <a:r>
            <a:rPr lang="en-US" sz="1600" b="0" kern="1200" dirty="0"/>
            <a:t> </a:t>
          </a:r>
          <a:r>
            <a:rPr lang="en-US" sz="1600" b="0" kern="1200" dirty="0" err="1"/>
            <a:t>vulnerabilidades</a:t>
          </a:r>
          <a:r>
            <a:rPr lang="en-US" sz="1600" b="0" kern="1200" dirty="0"/>
            <a:t> </a:t>
          </a:r>
          <a:r>
            <a:rPr lang="en-US" sz="1600" b="0" kern="1200" dirty="0" err="1"/>
            <a:t>explotables</a:t>
          </a:r>
          <a:r>
            <a:rPr lang="en-US" sz="1600" b="0" kern="1200" dirty="0"/>
            <a:t> (</a:t>
          </a:r>
          <a:r>
            <a:rPr lang="en-US" sz="1600" b="0" kern="1200" dirty="0" err="1"/>
            <a:t>como</a:t>
          </a:r>
          <a:r>
            <a:rPr lang="en-US" sz="1600" b="0" kern="1200" dirty="0"/>
            <a:t> </a:t>
          </a:r>
          <a:r>
            <a:rPr lang="en-US" sz="1600" b="0" kern="1200" dirty="0" err="1"/>
            <a:t>puertos</a:t>
          </a:r>
          <a:r>
            <a:rPr lang="en-US" sz="1600" b="0" kern="1200" dirty="0"/>
            <a:t> SMB </a:t>
          </a:r>
          <a:r>
            <a:rPr lang="en-US" sz="1600" b="0" kern="1200" dirty="0" err="1"/>
            <a:t>abiertos</a:t>
          </a:r>
          <a:r>
            <a:rPr lang="en-US" sz="1600" b="0" kern="1200" dirty="0"/>
            <a:t>) antes </a:t>
          </a:r>
          <a:r>
            <a:rPr lang="en-US" sz="1600" b="0" kern="1200" dirty="0" err="1"/>
            <a:t>que</a:t>
          </a:r>
          <a:r>
            <a:rPr lang="en-US" sz="1600" b="0" kern="1200" dirty="0"/>
            <a:t> </a:t>
          </a:r>
          <a:r>
            <a:rPr lang="en-US" sz="1600" b="0" kern="1200" dirty="0" err="1"/>
            <a:t>los</a:t>
          </a:r>
          <a:r>
            <a:rPr lang="en-US" sz="1600" b="0" kern="1200" dirty="0"/>
            <a:t> </a:t>
          </a:r>
          <a:r>
            <a:rPr lang="en-US" sz="1600" b="0" kern="1200" dirty="0" err="1"/>
            <a:t>atacantes</a:t>
          </a:r>
          <a:r>
            <a:rPr lang="en-US" sz="1600" b="0" kern="1200" dirty="0"/>
            <a:t>.</a:t>
          </a:r>
          <a:endParaRPr lang="en-US" sz="1600" kern="1200" dirty="0"/>
        </a:p>
      </dsp:txBody>
      <dsp:txXfrm>
        <a:off x="4260441" y="2363093"/>
        <a:ext cx="3623906" cy="1677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73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Fondo limpio, logo de LexCorp ficticio si tienes, o solo texto centrado.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Texto a la izquierda, imagen representativa a la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Una tabla clara. Usa colores verde para correcto y rojo para incorrecto.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Pega aquí una captura del PDF de ANY.RUN donde se vea el veredicto 'Malicious' o el nombre del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Lista numerada o diagrama de flujo.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Icono de tecnología o escudo.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Tres columnas o viñetas destacadas.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Dividida en dos bloques.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Diseño: Frase final centrada.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s-ES" sz="4700" b="1"/>
              <a:t>Propuesta de Mejora de Postura en Ciberseguridad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75530" y="4636008"/>
            <a:ext cx="5334000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1800" b="0" dirty="0"/>
              <a:t>Análisis de Incidente </a:t>
            </a:r>
            <a:r>
              <a:rPr lang="es-ES" sz="1800" b="0" dirty="0" err="1"/>
              <a:t>Ransomware</a:t>
            </a:r>
            <a:r>
              <a:rPr lang="es-ES" sz="1800" b="0" dirty="0"/>
              <a:t> – Septiembre 2021</a:t>
            </a:r>
          </a:p>
          <a:p>
            <a:pPr algn="l">
              <a:lnSpc>
                <a:spcPct val="90000"/>
              </a:lnSpc>
            </a:pPr>
            <a:r>
              <a:rPr lang="es-ES" sz="1800" b="0" dirty="0"/>
              <a:t>Cliente: </a:t>
            </a:r>
            <a:r>
              <a:rPr lang="es-ES" sz="1800" b="0" dirty="0" err="1"/>
              <a:t>LexCorp</a:t>
            </a:r>
            <a:endParaRPr lang="es-ES" sz="1800" b="0" dirty="0"/>
          </a:p>
          <a:p>
            <a:pPr algn="l">
              <a:lnSpc>
                <a:spcPct val="90000"/>
              </a:lnSpc>
            </a:pPr>
            <a:r>
              <a:rPr lang="es-ES" sz="1800" b="0" dirty="0"/>
              <a:t>Preparado por: Nicolas Vergara Herlitz</a:t>
            </a:r>
          </a:p>
          <a:p>
            <a:pPr algn="l">
              <a:lnSpc>
                <a:spcPct val="90000"/>
              </a:lnSpc>
            </a:pPr>
            <a:r>
              <a:rPr lang="es-ES" sz="1800" b="0" dirty="0"/>
              <a:t>Fecha: Febrero 2026</a:t>
            </a:r>
          </a:p>
        </p:txBody>
      </p:sp>
      <p:pic>
        <p:nvPicPr>
          <p:cNvPr id="5" name="Picture 4" descr="Un robot que usa una laptop sentado sobre una silla azul">
            <a:extLst>
              <a:ext uri="{FF2B5EF4-FFF2-40B4-BE49-F238E27FC236}">
                <a16:creationId xmlns:a16="http://schemas.microsoft.com/office/drawing/2014/main" id="{5C05AAF6-C2CD-4B1E-AC23-B57BA9788D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6" r="8365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L" sz="4700" b="1"/>
              <a:t>Contexto del Incidente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b="1" dirty="0"/>
              <a:t>Hechos Relevantes:</a:t>
            </a:r>
          </a:p>
          <a:p>
            <a:pPr lvl="1"/>
            <a:r>
              <a:rPr lang="es-ES" sz="1900" b="0" dirty="0"/>
              <a:t>Fecha de infección: 23 de septiembre de 2021.</a:t>
            </a:r>
          </a:p>
          <a:p>
            <a:pPr lvl="1"/>
            <a:r>
              <a:rPr lang="es-ES" sz="1900" b="0" dirty="0"/>
              <a:t>Activos afectados: Servidores (Windows Server 2003/2012) y Estaciones de trabajo (Windows 7 y Windows 10).</a:t>
            </a:r>
          </a:p>
          <a:p>
            <a:pPr lvl="1"/>
            <a:r>
              <a:rPr lang="es-ES" sz="1900" b="0" dirty="0"/>
              <a:t>Tipo de Incidente: Ataque de </a:t>
            </a:r>
            <a:r>
              <a:rPr lang="es-ES" sz="1900" b="0" dirty="0" err="1"/>
              <a:t>Ransomware</a:t>
            </a:r>
            <a:r>
              <a:rPr lang="es-ES" sz="1900" b="0" dirty="0"/>
              <a:t> con propagación masiva (Gusano).</a:t>
            </a:r>
          </a:p>
          <a:p>
            <a:pPr lvl="1"/>
            <a:r>
              <a:rPr lang="es-ES" sz="1900" b="0" dirty="0"/>
              <a:t>Impacto: Cifrado de información crítica y afectación de la disponibilidad operativa.</a:t>
            </a:r>
          </a:p>
          <a:p>
            <a:pPr lvl="1"/>
            <a:r>
              <a:rPr lang="es-ES" sz="1900" b="0" dirty="0"/>
              <a:t>Estado Previo: Infraestructura sin segmentación adecuada y con políticas de actualización deficientes.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Evaluación de Acciones (Soporte Técnico)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31378"/>
              </p:ext>
            </p:extLst>
          </p:nvPr>
        </p:nvGraphicFramePr>
        <p:xfrm>
          <a:off x="244011" y="2633472"/>
          <a:ext cx="8653693" cy="3586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9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92">
                <a:tc>
                  <a:txBody>
                    <a:bodyPr/>
                    <a:lstStyle/>
                    <a:p>
                      <a:r>
                        <a:rPr lang="es-CL" sz="1900" b="1">
                          <a:solidFill>
                            <a:srgbClr val="1F497D"/>
                          </a:solidFill>
                        </a:rPr>
                        <a:t>Acción Realizada</a:t>
                      </a:r>
                    </a:p>
                  </a:txBody>
                  <a:tcPr marL="94544" marR="94544" marT="47272" marB="47272"/>
                </a:tc>
                <a:tc>
                  <a:txBody>
                    <a:bodyPr/>
                    <a:lstStyle/>
                    <a:p>
                      <a:r>
                        <a:rPr lang="es-CL" sz="1900" b="1">
                          <a:solidFill>
                            <a:srgbClr val="1F497D"/>
                          </a:solidFill>
                        </a:rPr>
                        <a:t>Evaluación</a:t>
                      </a:r>
                    </a:p>
                  </a:txBody>
                  <a:tcPr marL="94544" marR="94544" marT="47272" marB="47272"/>
                </a:tc>
                <a:tc>
                  <a:txBody>
                    <a:bodyPr/>
                    <a:lstStyle/>
                    <a:p>
                      <a:r>
                        <a:rPr lang="es-CL" sz="1900" b="1">
                          <a:solidFill>
                            <a:srgbClr val="1F497D"/>
                          </a:solidFill>
                        </a:rPr>
                        <a:t>Justificación</a:t>
                      </a:r>
                    </a:p>
                  </a:txBody>
                  <a:tcPr marL="94544" marR="94544" marT="47272" marB="4727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0826">
                <a:tc>
                  <a:txBody>
                    <a:bodyPr/>
                    <a:lstStyle/>
                    <a:p>
                      <a:r>
                        <a:rPr lang="es-ES" sz="1700">
                          <a:solidFill>
                            <a:srgbClr val="373737"/>
                          </a:solidFill>
                        </a:rPr>
                        <a:t>Guardado de muestra del malware</a:t>
                      </a:r>
                    </a:p>
                  </a:txBody>
                  <a:tcPr marL="94544" marR="94544" marT="47272" marB="47272"/>
                </a:tc>
                <a:tc>
                  <a:txBody>
                    <a:bodyPr/>
                    <a:lstStyle/>
                    <a:p>
                      <a:r>
                        <a:rPr lang="es-CL" sz="1700" b="1">
                          <a:solidFill>
                            <a:srgbClr val="FFFFFF"/>
                          </a:solidFill>
                        </a:rPr>
                        <a:t>✅ Correcto</a:t>
                      </a:r>
                    </a:p>
                  </a:txBody>
                  <a:tcPr marL="94544" marR="94544" marT="47272" marB="47272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700">
                          <a:solidFill>
                            <a:srgbClr val="373737"/>
                          </a:solidFill>
                        </a:rPr>
                        <a:t>Permitió el análisis dinámico (Sandbox) para identificar la familia del malware y obtener Indicadores de Compromiso (IOCs).</a:t>
                      </a:r>
                    </a:p>
                  </a:txBody>
                  <a:tcPr marL="94544" marR="94544" marT="47272" marB="472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0826">
                <a:tc>
                  <a:txBody>
                    <a:bodyPr/>
                    <a:lstStyle/>
                    <a:p>
                      <a:r>
                        <a:rPr lang="es-CL" sz="1700">
                          <a:solidFill>
                            <a:srgbClr val="373737"/>
                          </a:solidFill>
                        </a:rPr>
                        <a:t>Apagado masivo de equipos (23/06)</a:t>
                      </a:r>
                    </a:p>
                  </a:txBody>
                  <a:tcPr marL="94544" marR="94544" marT="47272" marB="47272"/>
                </a:tc>
                <a:tc>
                  <a:txBody>
                    <a:bodyPr/>
                    <a:lstStyle/>
                    <a:p>
                      <a:r>
                        <a:rPr lang="es-CL" sz="1700" b="1" dirty="0">
                          <a:solidFill>
                            <a:srgbClr val="FFFFFF"/>
                          </a:solidFill>
                        </a:rPr>
                        <a:t>❌ Incorrecto</a:t>
                      </a:r>
                    </a:p>
                  </a:txBody>
                  <a:tcPr marL="94544" marR="94544" marT="47272" marB="47272">
                    <a:solidFill>
                      <a:srgbClr val="FF66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700">
                          <a:solidFill>
                            <a:srgbClr val="373737"/>
                          </a:solidFill>
                        </a:rPr>
                        <a:t>Se perdió evidencia volátil en la memoria RAM (procesos, claves de cifrado). La acción correcta era aislar la red, no apagar.</a:t>
                      </a:r>
                    </a:p>
                  </a:txBody>
                  <a:tcPr marL="94544" marR="94544" marT="47272" marB="472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710">
                <a:tc>
                  <a:txBody>
                    <a:bodyPr/>
                    <a:lstStyle/>
                    <a:p>
                      <a:r>
                        <a:rPr lang="es-CL" sz="1700">
                          <a:solidFill>
                            <a:srgbClr val="373737"/>
                          </a:solidFill>
                        </a:rPr>
                        <a:t>Restauración de Backups (19/06)</a:t>
                      </a:r>
                    </a:p>
                  </a:txBody>
                  <a:tcPr marL="94544" marR="94544" marT="47272" marB="47272"/>
                </a:tc>
                <a:tc>
                  <a:txBody>
                    <a:bodyPr/>
                    <a:lstStyle/>
                    <a:p>
                      <a:r>
                        <a:rPr lang="es-CL" sz="1700" b="1" dirty="0">
                          <a:solidFill>
                            <a:srgbClr val="FFFFFF"/>
                          </a:solidFill>
                        </a:rPr>
                        <a:t>❌ Insuficiente</a:t>
                      </a:r>
                    </a:p>
                  </a:txBody>
                  <a:tcPr marL="94544" marR="94544" marT="47272" marB="47272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700" dirty="0">
                          <a:solidFill>
                            <a:srgbClr val="373737"/>
                          </a:solidFill>
                        </a:rPr>
                        <a:t>Acción necesaria para recuperar la continuidad. Nota: La cobertura fue insuficiente (solo 10% de los equipos).</a:t>
                      </a:r>
                    </a:p>
                  </a:txBody>
                  <a:tcPr marL="94544" marR="94544" marT="47272" marB="472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D971A5-0B1A-4547-C27D-A1019165D6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098" t="9091" r="1972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L" b="1"/>
              <a:t>Análisis de Malware (Resumen)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CCA7E36-525C-ACCD-0EEF-DC31D2F0C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68804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6439B6-D51D-961E-163C-1B4B096F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s-CL" sz="3500" dirty="0"/>
              <a:t>Técnicas MITRE ATT&amp;CK identificadas en el análisis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05C44-B147-1130-4057-31CD08EF0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42" r="33983" b="-3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3644882-D1CB-FCE7-F51C-836036707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237972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695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F394B7-CE3F-C08B-829B-B5FD3A390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Captura análisis Any.run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A3B499D-A376-DACA-DBDF-9E126FC72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575557"/>
            <a:ext cx="5410962" cy="367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2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CL" sz="4700" b="1"/>
              <a:t>Hipótesis del Ataque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B91798-351C-821F-C9D3-1992F7D306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72860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4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25ECB5-C83C-E4B5-0FEB-5BADF907A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70" r="36467" b="-2"/>
          <a:stretch>
            <a:fillRect/>
          </a:stretch>
        </p:blipFill>
        <p:spPr>
          <a:xfrm>
            <a:off x="5991969" y="585216"/>
            <a:ext cx="2567320" cy="5543874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A96C255-FFA2-6E94-A1DE-1019F44F4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663654"/>
              </p:ext>
            </p:extLst>
          </p:nvPr>
        </p:nvGraphicFramePr>
        <p:xfrm>
          <a:off x="628650" y="585217"/>
          <a:ext cx="5036058" cy="5543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414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s-CL" sz="4700" b="1"/>
              <a:t>Propuesta de Mejora (1/4)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900" b="1" dirty="0"/>
              <a:t>1. Implementación de Solución Tecnológica</a:t>
            </a:r>
          </a:p>
          <a:p>
            <a:pPr lvl="1"/>
            <a:r>
              <a:rPr lang="es-ES" sz="1900" b="0" dirty="0"/>
              <a:t>Solución: Despliegue de EDR (</a:t>
            </a:r>
            <a:r>
              <a:rPr lang="es-ES" sz="1900" b="0" dirty="0" err="1"/>
              <a:t>Endpoint</a:t>
            </a:r>
            <a:r>
              <a:rPr lang="es-ES" sz="1900" b="0" dirty="0"/>
              <a:t> </a:t>
            </a:r>
            <a:r>
              <a:rPr lang="es-ES" sz="1900" b="0" dirty="0" err="1"/>
              <a:t>Detection</a:t>
            </a:r>
            <a:r>
              <a:rPr lang="es-ES" sz="1900" b="0" dirty="0"/>
              <a:t> and Response).</a:t>
            </a:r>
          </a:p>
          <a:p>
            <a:pPr lvl="1"/>
            <a:r>
              <a:rPr lang="es-ES" sz="1900" b="0" dirty="0"/>
              <a:t>Justificación: A diferencia del antivirus tradicional, el EDR detecta comportamientos anómalos y responde automáticamente aislando el equipo infectado.</a:t>
            </a:r>
          </a:p>
          <a:p>
            <a:pPr lvl="1"/>
            <a:r>
              <a:rPr lang="es-ES" sz="1900" b="0" dirty="0"/>
              <a:t>Ejemplos: </a:t>
            </a:r>
            <a:r>
              <a:rPr lang="es-ES" sz="1900" b="0" dirty="0" err="1"/>
              <a:t>CrowdStrike</a:t>
            </a:r>
            <a:r>
              <a:rPr lang="es-ES" sz="1900" b="0" dirty="0"/>
              <a:t>, </a:t>
            </a:r>
            <a:r>
              <a:rPr lang="es-ES" sz="1900" b="0" dirty="0" err="1"/>
              <a:t>SentinelOne</a:t>
            </a:r>
            <a:r>
              <a:rPr lang="es-ES" sz="1900" b="0" dirty="0"/>
              <a:t>, Microsoft Defender </a:t>
            </a:r>
            <a:r>
              <a:rPr lang="es-ES" sz="1900" b="0" dirty="0" err="1"/>
              <a:t>for</a:t>
            </a:r>
            <a:r>
              <a:rPr lang="es-ES" sz="1900" b="0" dirty="0"/>
              <a:t> </a:t>
            </a:r>
            <a:r>
              <a:rPr lang="es-ES" sz="1900" b="0" dirty="0" err="1"/>
              <a:t>Endpoint</a:t>
            </a:r>
            <a:r>
              <a:rPr lang="es-ES" sz="1900" b="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s-CL" sz="4700" b="1"/>
              <a:t>Propuesta de Mejora (2/4)</a:t>
            </a:r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B6A033B5-DFBE-89D3-2C06-D784590FF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19" r="48282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sz="1600" b="1" dirty="0"/>
              <a:t>2. Revisión del Perímetro (Buenas Prácticas)</a:t>
            </a:r>
          </a:p>
          <a:p>
            <a:pPr>
              <a:lnSpc>
                <a:spcPct val="90000"/>
              </a:lnSpc>
            </a:pPr>
            <a:r>
              <a:rPr lang="es-ES" sz="1600" b="0" dirty="0"/>
              <a:t>Se aplicarán 3 medidas clave para reducir la superficie de ataque:</a:t>
            </a:r>
          </a:p>
          <a:p>
            <a:pPr lvl="1">
              <a:lnSpc>
                <a:spcPct val="90000"/>
              </a:lnSpc>
            </a:pPr>
            <a:r>
              <a:rPr lang="es-ES" sz="1600" b="0" dirty="0"/>
              <a:t>1. Gestión de Parches: Política estricta de actualizaciones para cerrar brechas conocidas (como MS17-010) en SO y aplicaciones.</a:t>
            </a:r>
          </a:p>
          <a:p>
            <a:pPr lvl="1">
              <a:lnSpc>
                <a:spcPct val="90000"/>
              </a:lnSpc>
            </a:pPr>
            <a:r>
              <a:rPr lang="es-ES" sz="1600" b="0" dirty="0"/>
              <a:t>2. Segmentación de Red: Implementación de </a:t>
            </a:r>
            <a:r>
              <a:rPr lang="es-ES" sz="1600" b="0" dirty="0" err="1"/>
              <a:t>VLANs</a:t>
            </a:r>
            <a:r>
              <a:rPr lang="es-ES" sz="1600" b="0" dirty="0"/>
              <a:t> para separar servidores críticos de las estaciones de usuario, frenando la propagación lateral.</a:t>
            </a:r>
          </a:p>
          <a:p>
            <a:pPr lvl="1">
              <a:lnSpc>
                <a:spcPct val="90000"/>
              </a:lnSpc>
            </a:pPr>
            <a:r>
              <a:rPr lang="es-ES" sz="1600" b="0" dirty="0"/>
              <a:t>3. Política de Respaldo: Asegurar que el 100% de los datos críticos tengan copia, incluyendo una offline (fuera de línea) para protegerla del </a:t>
            </a:r>
            <a:r>
              <a:rPr lang="es-ES" sz="1600" b="0" dirty="0" err="1"/>
              <a:t>ransomware</a:t>
            </a:r>
            <a:r>
              <a:rPr lang="es-ES" sz="1600" b="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s-ES" b="1" dirty="0"/>
              <a:t>Propuestas de Mejora (3/4 y 4/4)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86FF3F-4291-E66E-7094-AB8D34A87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088684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CL" sz="3500" b="1"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 b="0"/>
              <a:t>"La seguridad efectiva en LexCorp requiere una estrategia en capas: Tecnología avanzada (EDR), Procesos robustos (Parches/Segmentación) y Personas capacitadas. Esta propuesta mitiga el riesgo de reincidencia y asegura la continuidad del negocio."</a:t>
            </a:r>
          </a:p>
        </p:txBody>
      </p:sp>
      <p:pic>
        <p:nvPicPr>
          <p:cNvPr id="5" name="Picture 4" descr="Tarjeta electrónica de circuitos en color azul">
            <a:extLst>
              <a:ext uri="{FF2B5EF4-FFF2-40B4-BE49-F238E27FC236}">
                <a16:creationId xmlns:a16="http://schemas.microsoft.com/office/drawing/2014/main" id="{4CF5573E-AB29-CF1A-42BE-E704B83DDA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86" r="45664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966</Words>
  <Application>Microsoft Office PowerPoint</Application>
  <PresentationFormat>Presentación en pantalla (4:3)</PresentationFormat>
  <Paragraphs>87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Propuesta de Mejora de Postura en Ciberseguridad</vt:lpstr>
      <vt:lpstr>Contexto del Incidente</vt:lpstr>
      <vt:lpstr>Evaluación de Acciones (Soporte Técnico)</vt:lpstr>
      <vt:lpstr>Análisis de Malware (Resumen)</vt:lpstr>
      <vt:lpstr>Técnicas MITRE ATT&amp;CK identificadas en el análisis</vt:lpstr>
      <vt:lpstr>Captura análisis Any.run</vt:lpstr>
      <vt:lpstr>Hipótesis del Ataque</vt:lpstr>
      <vt:lpstr>Presentación de PowerPoint</vt:lpstr>
      <vt:lpstr>Propuesta de Mejora (1/4)</vt:lpstr>
      <vt:lpstr>Propuesta de Mejora (2/4)</vt:lpstr>
      <vt:lpstr>Propuestas de Mejora (3/4 y 4/4)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NICOLAS IGNACIO VERGARA HERLITZ</cp:lastModifiedBy>
  <cp:revision>13</cp:revision>
  <dcterms:created xsi:type="dcterms:W3CDTF">2013-01-27T09:14:16Z</dcterms:created>
  <dcterms:modified xsi:type="dcterms:W3CDTF">2026-02-04T18:56:40Z</dcterms:modified>
  <cp:category/>
</cp:coreProperties>
</file>